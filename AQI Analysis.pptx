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982246-9143-4033-A7AA-478D00C9A542}" v="368" dt="2026-06-05T17:02:58.2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D2103E2E6959A092/Presentation%204_ColumnClustered.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D2103E2E6959A092/Presentation%204_ColumnClustered.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D2103E2E6959A092/Presentation%204_ColumnClustered.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D2103E2E6959A092/Presentation%204_ColumnClustered.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Avg_aqi</c:v>
                </c:pt>
              </c:strCache>
            </c:strRef>
          </c:tx>
          <c:spPr>
            <a:solidFill>
              <a:schemeClr val="accent1"/>
            </a:solidFill>
            <a:ln>
              <a:noFill/>
            </a:ln>
            <a:effectLst/>
          </c:spPr>
          <c:invertIfNegative val="0"/>
          <c:cat>
            <c:strRef>
              <c:f>Sheet1!$A$2:$A$6</c:f>
              <c:strCache>
                <c:ptCount val="5"/>
                <c:pt idx="0">
                  <c:v>Loni Ghaziabad</c:v>
                </c:pt>
                <c:pt idx="1">
                  <c:v>Jharsuguda</c:v>
                </c:pt>
                <c:pt idx="2">
                  <c:v>Byrnihat</c:v>
                </c:pt>
                <c:pt idx="3">
                  <c:v>Gurgaon</c:v>
                </c:pt>
                <c:pt idx="4">
                  <c:v>Delhi</c:v>
                </c:pt>
              </c:strCache>
            </c:strRef>
          </c:cat>
          <c:val>
            <c:numRef>
              <c:f>Sheet1!$B$2:$B$6</c:f>
              <c:numCache>
                <c:formatCode>General</c:formatCode>
                <c:ptCount val="5"/>
                <c:pt idx="0">
                  <c:v>336.5</c:v>
                </c:pt>
                <c:pt idx="1">
                  <c:v>282</c:v>
                </c:pt>
                <c:pt idx="2">
                  <c:v>235.1</c:v>
                </c:pt>
                <c:pt idx="3">
                  <c:v>222.6</c:v>
                </c:pt>
                <c:pt idx="4">
                  <c:v>215.8</c:v>
                </c:pt>
              </c:numCache>
            </c:numRef>
          </c:val>
          <c:extLst>
            <c:ext xmlns:c16="http://schemas.microsoft.com/office/drawing/2014/chart" uri="{C3380CC4-5D6E-409C-BE32-E72D297353CC}">
              <c16:uniqueId val="{00000000-0D46-44BE-B6F6-052C415A15DD}"/>
            </c:ext>
          </c:extLst>
        </c:ser>
        <c:dLbls>
          <c:showLegendKey val="0"/>
          <c:showVal val="0"/>
          <c:showCatName val="0"/>
          <c:showSerName val="0"/>
          <c:showPercent val="0"/>
          <c:showBubbleSize val="0"/>
        </c:dLbls>
        <c:gapWidth val="182"/>
        <c:axId val="18129416"/>
        <c:axId val="3760136"/>
      </c:barChart>
      <c:catAx>
        <c:axId val="1812941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760136"/>
        <c:crosses val="autoZero"/>
        <c:auto val="1"/>
        <c:lblAlgn val="ctr"/>
        <c:lblOffset val="100"/>
        <c:noMultiLvlLbl val="0"/>
      </c:catAx>
      <c:valAx>
        <c:axId val="376013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294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Bottom 5 avg_aqi_areas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Sheet1!$C$8</c:f>
              <c:strCache>
                <c:ptCount val="1"/>
                <c:pt idx="0">
                  <c:v>Avg_aqi</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Sheet1!$B$9:$B$13</c:f>
              <c:strCache>
                <c:ptCount val="5"/>
                <c:pt idx="0">
                  <c:v>Thanjavur</c:v>
                </c:pt>
                <c:pt idx="1">
                  <c:v>Palkalaiperur</c:v>
                </c:pt>
                <c:pt idx="2">
                  <c:v>Madikeri</c:v>
                </c:pt>
                <c:pt idx="3">
                  <c:v>Perundurai</c:v>
                </c:pt>
                <c:pt idx="4">
                  <c:v>Tirunelveli</c:v>
                </c:pt>
              </c:strCache>
            </c:strRef>
          </c:cat>
          <c:val>
            <c:numRef>
              <c:f>Sheet1!$C$9:$C$13</c:f>
              <c:numCache>
                <c:formatCode>General</c:formatCode>
                <c:ptCount val="5"/>
                <c:pt idx="0">
                  <c:v>43.802</c:v>
                </c:pt>
                <c:pt idx="1">
                  <c:v>42.545099999999998</c:v>
                </c:pt>
                <c:pt idx="2">
                  <c:v>41.441499999999998</c:v>
                </c:pt>
                <c:pt idx="3">
                  <c:v>32.142899999999997</c:v>
                </c:pt>
                <c:pt idx="4">
                  <c:v>31.977399999999999</c:v>
                </c:pt>
              </c:numCache>
            </c:numRef>
          </c:val>
          <c:extLst>
            <c:ext xmlns:c16="http://schemas.microsoft.com/office/drawing/2014/chart" uri="{C3380CC4-5D6E-409C-BE32-E72D297353CC}">
              <c16:uniqueId val="{00000000-C4F6-40E0-9EDD-30862808DFB1}"/>
            </c:ext>
          </c:extLst>
        </c:ser>
        <c:dLbls>
          <c:dLblPos val="outEnd"/>
          <c:showLegendKey val="0"/>
          <c:showVal val="1"/>
          <c:showCatName val="0"/>
          <c:showSerName val="0"/>
          <c:showPercent val="0"/>
          <c:showBubbleSize val="0"/>
        </c:dLbls>
        <c:gapWidth val="182"/>
        <c:axId val="4142088"/>
        <c:axId val="4144136"/>
      </c:barChart>
      <c:catAx>
        <c:axId val="414208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144136"/>
        <c:crosses val="autoZero"/>
        <c:auto val="1"/>
        <c:lblAlgn val="ctr"/>
        <c:lblOffset val="100"/>
        <c:noMultiLvlLbl val="0"/>
      </c:catAx>
      <c:valAx>
        <c:axId val="414413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1420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Weekday vs Weekend AQI</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Sheet1!$C$18</c:f>
              <c:strCache>
                <c:ptCount val="1"/>
                <c:pt idx="0">
                  <c:v>WEEKDAY_AQI</c:v>
                </c:pt>
              </c:strCache>
            </c:strRef>
          </c:tx>
          <c:spPr>
            <a:solidFill>
              <a:schemeClr val="accent1"/>
            </a:solidFill>
            <a:ln>
              <a:noFill/>
            </a:ln>
            <a:effectLst/>
          </c:spPr>
          <c:invertIfNegative val="0"/>
          <c:cat>
            <c:strRef>
              <c:f>Sheet1!$B$19:$B$26</c:f>
              <c:strCache>
                <c:ptCount val="8"/>
                <c:pt idx="0">
                  <c:v>Mumbai</c:v>
                </c:pt>
                <c:pt idx="1">
                  <c:v>Ahmedabad</c:v>
                </c:pt>
                <c:pt idx="2">
                  <c:v>Kolkata</c:v>
                </c:pt>
                <c:pt idx="3">
                  <c:v>Chennai</c:v>
                </c:pt>
                <c:pt idx="4">
                  <c:v>Hyderabad</c:v>
                </c:pt>
                <c:pt idx="5">
                  <c:v>Bengaluru</c:v>
                </c:pt>
                <c:pt idx="6">
                  <c:v>Pune</c:v>
                </c:pt>
                <c:pt idx="7">
                  <c:v>Delhi</c:v>
                </c:pt>
              </c:strCache>
            </c:strRef>
          </c:cat>
          <c:val>
            <c:numRef>
              <c:f>Sheet1!$C$19:$C$26</c:f>
              <c:numCache>
                <c:formatCode>General</c:formatCode>
                <c:ptCount val="8"/>
                <c:pt idx="0">
                  <c:v>105.5039</c:v>
                </c:pt>
                <c:pt idx="1">
                  <c:v>130.7448</c:v>
                </c:pt>
                <c:pt idx="2">
                  <c:v>113.22839999999999</c:v>
                </c:pt>
                <c:pt idx="3">
                  <c:v>84.344999999999999</c:v>
                </c:pt>
                <c:pt idx="4">
                  <c:v>90.119100000000003</c:v>
                </c:pt>
                <c:pt idx="5">
                  <c:v>75.593900000000005</c:v>
                </c:pt>
                <c:pt idx="6">
                  <c:v>108.90179999999999</c:v>
                </c:pt>
                <c:pt idx="7">
                  <c:v>216.59440000000001</c:v>
                </c:pt>
              </c:numCache>
            </c:numRef>
          </c:val>
          <c:extLst>
            <c:ext xmlns:c16="http://schemas.microsoft.com/office/drawing/2014/chart" uri="{C3380CC4-5D6E-409C-BE32-E72D297353CC}">
              <c16:uniqueId val="{00000000-5DA4-4D70-AF20-5C2969AD144B}"/>
            </c:ext>
          </c:extLst>
        </c:ser>
        <c:ser>
          <c:idx val="1"/>
          <c:order val="1"/>
          <c:tx>
            <c:strRef>
              <c:f>Sheet1!$D$18</c:f>
              <c:strCache>
                <c:ptCount val="1"/>
                <c:pt idx="0">
                  <c:v>WEEKEND_AQI</c:v>
                </c:pt>
              </c:strCache>
            </c:strRef>
          </c:tx>
          <c:spPr>
            <a:solidFill>
              <a:schemeClr val="accent2"/>
            </a:solidFill>
            <a:ln>
              <a:noFill/>
            </a:ln>
            <a:effectLst/>
          </c:spPr>
          <c:invertIfNegative val="0"/>
          <c:cat>
            <c:strRef>
              <c:f>Sheet1!$B$19:$B$26</c:f>
              <c:strCache>
                <c:ptCount val="8"/>
                <c:pt idx="0">
                  <c:v>Mumbai</c:v>
                </c:pt>
                <c:pt idx="1">
                  <c:v>Ahmedabad</c:v>
                </c:pt>
                <c:pt idx="2">
                  <c:v>Kolkata</c:v>
                </c:pt>
                <c:pt idx="3">
                  <c:v>Chennai</c:v>
                </c:pt>
                <c:pt idx="4">
                  <c:v>Hyderabad</c:v>
                </c:pt>
                <c:pt idx="5">
                  <c:v>Bengaluru</c:v>
                </c:pt>
                <c:pt idx="6">
                  <c:v>Pune</c:v>
                </c:pt>
                <c:pt idx="7">
                  <c:v>Delhi</c:v>
                </c:pt>
              </c:strCache>
            </c:strRef>
          </c:cat>
          <c:val>
            <c:numRef>
              <c:f>Sheet1!$D$19:$D$26</c:f>
              <c:numCache>
                <c:formatCode>General</c:formatCode>
                <c:ptCount val="8"/>
                <c:pt idx="0">
                  <c:v>106.4023</c:v>
                </c:pt>
                <c:pt idx="1">
                  <c:v>131.54320000000001</c:v>
                </c:pt>
                <c:pt idx="2">
                  <c:v>113.89239999999999</c:v>
                </c:pt>
                <c:pt idx="3">
                  <c:v>84.112200000000001</c:v>
                </c:pt>
                <c:pt idx="4">
                  <c:v>89.655799999999999</c:v>
                </c:pt>
                <c:pt idx="5">
                  <c:v>75.033600000000007</c:v>
                </c:pt>
                <c:pt idx="6">
                  <c:v>107.4256</c:v>
                </c:pt>
                <c:pt idx="7">
                  <c:v>213.68</c:v>
                </c:pt>
              </c:numCache>
            </c:numRef>
          </c:val>
          <c:extLst>
            <c:ext xmlns:c16="http://schemas.microsoft.com/office/drawing/2014/chart" uri="{C3380CC4-5D6E-409C-BE32-E72D297353CC}">
              <c16:uniqueId val="{00000001-5DA4-4D70-AF20-5C2969AD144B}"/>
            </c:ext>
          </c:extLst>
        </c:ser>
        <c:dLbls>
          <c:showLegendKey val="0"/>
          <c:showVal val="0"/>
          <c:showCatName val="0"/>
          <c:showSerName val="0"/>
          <c:showPercent val="0"/>
          <c:showBubbleSize val="0"/>
        </c:dLbls>
        <c:gapWidth val="219"/>
        <c:overlap val="-27"/>
        <c:axId val="4322824"/>
        <c:axId val="4324872"/>
      </c:barChart>
      <c:catAx>
        <c:axId val="43228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24872"/>
        <c:crosses val="autoZero"/>
        <c:auto val="1"/>
        <c:lblAlgn val="ctr"/>
        <c:lblOffset val="100"/>
        <c:noMultiLvlLbl val="0"/>
      </c:catAx>
      <c:valAx>
        <c:axId val="43248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228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kumimoji="0" lang="en-US" sz="1400" b="0" i="0" u="none" strike="noStrike" kern="1200" cap="none" spc="0" normalizeH="0" baseline="0" noProof="0">
                <a:ln>
                  <a:noFill/>
                </a:ln>
                <a:solidFill>
                  <a:sysClr val="windowText" lastClr="000000">
                    <a:lumMod val="65000"/>
                    <a:lumOff val="35000"/>
                  </a:sysClr>
                </a:solidFill>
                <a:effectLst/>
                <a:uLnTx/>
                <a:uFillTx/>
                <a:latin typeface="Aptos Narrow" panose="02110004020202020204"/>
              </a:rPr>
              <a:t>Disease count Vs AQI</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Sheet1!$G$34</c:f>
              <c:strCache>
                <c:ptCount val="1"/>
                <c:pt idx="0">
                  <c:v>total_cases</c:v>
                </c:pt>
              </c:strCache>
            </c:strRef>
          </c:tx>
          <c:spPr>
            <a:solidFill>
              <a:schemeClr val="accent1"/>
            </a:solidFill>
            <a:ln>
              <a:noFill/>
            </a:ln>
            <a:effectLst/>
          </c:spPr>
          <c:invertIfNegative val="0"/>
          <c:cat>
            <c:strRef>
              <c:f>Sheet1!$F$35:$F$66</c:f>
              <c:strCache>
                <c:ptCount val="32"/>
                <c:pt idx="0">
                  <c:v>Andaman and Nicobar Islands</c:v>
                </c:pt>
                <c:pt idx="1">
                  <c:v>Andhra Pradesh</c:v>
                </c:pt>
                <c:pt idx="2">
                  <c:v>Arunachal Pradesh</c:v>
                </c:pt>
                <c:pt idx="3">
                  <c:v>Assam</c:v>
                </c:pt>
                <c:pt idx="4">
                  <c:v>Bihar</c:v>
                </c:pt>
                <c:pt idx="5">
                  <c:v>Chandigarh</c:v>
                </c:pt>
                <c:pt idx="6">
                  <c:v>Chhattisgarh</c:v>
                </c:pt>
                <c:pt idx="7">
                  <c:v>Delhi</c:v>
                </c:pt>
                <c:pt idx="8">
                  <c:v>Gujarat</c:v>
                </c:pt>
                <c:pt idx="9">
                  <c:v>Haryana</c:v>
                </c:pt>
                <c:pt idx="10">
                  <c:v>Himachal Pradesh</c:v>
                </c:pt>
                <c:pt idx="11">
                  <c:v>Jammu and Kashmir</c:v>
                </c:pt>
                <c:pt idx="12">
                  <c:v>Jharkhand</c:v>
                </c:pt>
                <c:pt idx="13">
                  <c:v>Karnataka</c:v>
                </c:pt>
                <c:pt idx="14">
                  <c:v>Kerala</c:v>
                </c:pt>
                <c:pt idx="15">
                  <c:v>Madhya Pradesh</c:v>
                </c:pt>
                <c:pt idx="16">
                  <c:v>Maharashtra</c:v>
                </c:pt>
                <c:pt idx="17">
                  <c:v>Manipur</c:v>
                </c:pt>
                <c:pt idx="18">
                  <c:v>Meghalaya</c:v>
                </c:pt>
                <c:pt idx="19">
                  <c:v>Mizoram</c:v>
                </c:pt>
                <c:pt idx="20">
                  <c:v>Nagaland</c:v>
                </c:pt>
                <c:pt idx="21">
                  <c:v>Odisha</c:v>
                </c:pt>
                <c:pt idx="22">
                  <c:v>Puducherry</c:v>
                </c:pt>
                <c:pt idx="23">
                  <c:v>Punjab</c:v>
                </c:pt>
                <c:pt idx="24">
                  <c:v>Rajasthan</c:v>
                </c:pt>
                <c:pt idx="25">
                  <c:v>Sikkim</c:v>
                </c:pt>
                <c:pt idx="26">
                  <c:v>Tamil Nadu</c:v>
                </c:pt>
                <c:pt idx="27">
                  <c:v>Telangana</c:v>
                </c:pt>
                <c:pt idx="28">
                  <c:v>Tripura</c:v>
                </c:pt>
                <c:pt idx="29">
                  <c:v>Uttar Pradesh</c:v>
                </c:pt>
                <c:pt idx="30">
                  <c:v>Uttarakhand</c:v>
                </c:pt>
                <c:pt idx="31">
                  <c:v>West Bengal</c:v>
                </c:pt>
              </c:strCache>
            </c:strRef>
          </c:cat>
          <c:val>
            <c:numRef>
              <c:f>Sheet1!$G$35:$G$66</c:f>
              <c:numCache>
                <c:formatCode>General</c:formatCode>
                <c:ptCount val="32"/>
                <c:pt idx="0">
                  <c:v>132</c:v>
                </c:pt>
                <c:pt idx="1">
                  <c:v>5557</c:v>
                </c:pt>
                <c:pt idx="2">
                  <c:v>1251</c:v>
                </c:pt>
                <c:pt idx="3">
                  <c:v>8183</c:v>
                </c:pt>
                <c:pt idx="4">
                  <c:v>4346</c:v>
                </c:pt>
                <c:pt idx="5">
                  <c:v>16</c:v>
                </c:pt>
                <c:pt idx="6">
                  <c:v>12901</c:v>
                </c:pt>
                <c:pt idx="7">
                  <c:v>42</c:v>
                </c:pt>
                <c:pt idx="8">
                  <c:v>14268</c:v>
                </c:pt>
                <c:pt idx="9">
                  <c:v>2471</c:v>
                </c:pt>
                <c:pt idx="10">
                  <c:v>3191</c:v>
                </c:pt>
                <c:pt idx="11">
                  <c:v>6201</c:v>
                </c:pt>
                <c:pt idx="12">
                  <c:v>11647</c:v>
                </c:pt>
                <c:pt idx="13">
                  <c:v>21858</c:v>
                </c:pt>
                <c:pt idx="14">
                  <c:v>32366</c:v>
                </c:pt>
                <c:pt idx="15">
                  <c:v>15686</c:v>
                </c:pt>
                <c:pt idx="16">
                  <c:v>20680</c:v>
                </c:pt>
                <c:pt idx="17">
                  <c:v>3650</c:v>
                </c:pt>
                <c:pt idx="18">
                  <c:v>2712</c:v>
                </c:pt>
                <c:pt idx="19">
                  <c:v>1215</c:v>
                </c:pt>
                <c:pt idx="20">
                  <c:v>1498</c:v>
                </c:pt>
                <c:pt idx="21">
                  <c:v>16723</c:v>
                </c:pt>
                <c:pt idx="22">
                  <c:v>479</c:v>
                </c:pt>
                <c:pt idx="23">
                  <c:v>3705</c:v>
                </c:pt>
                <c:pt idx="24">
                  <c:v>3882</c:v>
                </c:pt>
                <c:pt idx="25">
                  <c:v>314</c:v>
                </c:pt>
                <c:pt idx="26">
                  <c:v>8895</c:v>
                </c:pt>
                <c:pt idx="27">
                  <c:v>1988</c:v>
                </c:pt>
                <c:pt idx="28">
                  <c:v>799</c:v>
                </c:pt>
                <c:pt idx="29">
                  <c:v>10080</c:v>
                </c:pt>
                <c:pt idx="30">
                  <c:v>3552</c:v>
                </c:pt>
                <c:pt idx="31">
                  <c:v>10318</c:v>
                </c:pt>
              </c:numCache>
            </c:numRef>
          </c:val>
          <c:extLst>
            <c:ext xmlns:c16="http://schemas.microsoft.com/office/drawing/2014/chart" uri="{C3380CC4-5D6E-409C-BE32-E72D297353CC}">
              <c16:uniqueId val="{00000000-535F-47A0-8D0B-BF313FB78D9C}"/>
            </c:ext>
          </c:extLst>
        </c:ser>
        <c:ser>
          <c:idx val="1"/>
          <c:order val="1"/>
          <c:tx>
            <c:strRef>
              <c:f>Sheet1!$H$34</c:f>
              <c:strCache>
                <c:ptCount val="1"/>
                <c:pt idx="0">
                  <c:v>avg_aqi</c:v>
                </c:pt>
              </c:strCache>
            </c:strRef>
          </c:tx>
          <c:spPr>
            <a:solidFill>
              <a:schemeClr val="accent2"/>
            </a:solidFill>
            <a:ln>
              <a:noFill/>
            </a:ln>
            <a:effectLst/>
          </c:spPr>
          <c:invertIfNegative val="0"/>
          <c:cat>
            <c:strRef>
              <c:f>Sheet1!$F$35:$F$66</c:f>
              <c:strCache>
                <c:ptCount val="32"/>
                <c:pt idx="0">
                  <c:v>Andaman and Nicobar Islands</c:v>
                </c:pt>
                <c:pt idx="1">
                  <c:v>Andhra Pradesh</c:v>
                </c:pt>
                <c:pt idx="2">
                  <c:v>Arunachal Pradesh</c:v>
                </c:pt>
                <c:pt idx="3">
                  <c:v>Assam</c:v>
                </c:pt>
                <c:pt idx="4">
                  <c:v>Bihar</c:v>
                </c:pt>
                <c:pt idx="5">
                  <c:v>Chandigarh</c:v>
                </c:pt>
                <c:pt idx="6">
                  <c:v>Chhattisgarh</c:v>
                </c:pt>
                <c:pt idx="7">
                  <c:v>Delhi</c:v>
                </c:pt>
                <c:pt idx="8">
                  <c:v>Gujarat</c:v>
                </c:pt>
                <c:pt idx="9">
                  <c:v>Haryana</c:v>
                </c:pt>
                <c:pt idx="10">
                  <c:v>Himachal Pradesh</c:v>
                </c:pt>
                <c:pt idx="11">
                  <c:v>Jammu and Kashmir</c:v>
                </c:pt>
                <c:pt idx="12">
                  <c:v>Jharkhand</c:v>
                </c:pt>
                <c:pt idx="13">
                  <c:v>Karnataka</c:v>
                </c:pt>
                <c:pt idx="14">
                  <c:v>Kerala</c:v>
                </c:pt>
                <c:pt idx="15">
                  <c:v>Madhya Pradesh</c:v>
                </c:pt>
                <c:pt idx="16">
                  <c:v>Maharashtra</c:v>
                </c:pt>
                <c:pt idx="17">
                  <c:v>Manipur</c:v>
                </c:pt>
                <c:pt idx="18">
                  <c:v>Meghalaya</c:v>
                </c:pt>
                <c:pt idx="19">
                  <c:v>Mizoram</c:v>
                </c:pt>
                <c:pt idx="20">
                  <c:v>Nagaland</c:v>
                </c:pt>
                <c:pt idx="21">
                  <c:v>Odisha</c:v>
                </c:pt>
                <c:pt idx="22">
                  <c:v>Puducherry</c:v>
                </c:pt>
                <c:pt idx="23">
                  <c:v>Punjab</c:v>
                </c:pt>
                <c:pt idx="24">
                  <c:v>Rajasthan</c:v>
                </c:pt>
                <c:pt idx="25">
                  <c:v>Sikkim</c:v>
                </c:pt>
                <c:pt idx="26">
                  <c:v>Tamil Nadu</c:v>
                </c:pt>
                <c:pt idx="27">
                  <c:v>Telangana</c:v>
                </c:pt>
                <c:pt idx="28">
                  <c:v>Tripura</c:v>
                </c:pt>
                <c:pt idx="29">
                  <c:v>Uttar Pradesh</c:v>
                </c:pt>
                <c:pt idx="30">
                  <c:v>Uttarakhand</c:v>
                </c:pt>
                <c:pt idx="31">
                  <c:v>West Bengal</c:v>
                </c:pt>
              </c:strCache>
            </c:strRef>
          </c:cat>
          <c:val>
            <c:numRef>
              <c:f>Sheet1!$H$35:$H$66</c:f>
              <c:numCache>
                <c:formatCode>General</c:formatCode>
                <c:ptCount val="32"/>
                <c:pt idx="0">
                  <c:v>60.52</c:v>
                </c:pt>
                <c:pt idx="1">
                  <c:v>77.900000000000006</c:v>
                </c:pt>
                <c:pt idx="2">
                  <c:v>58.6</c:v>
                </c:pt>
                <c:pt idx="3">
                  <c:v>113.38</c:v>
                </c:pt>
                <c:pt idx="4">
                  <c:v>160.37</c:v>
                </c:pt>
                <c:pt idx="5">
                  <c:v>140.82</c:v>
                </c:pt>
                <c:pt idx="6">
                  <c:v>77.81</c:v>
                </c:pt>
                <c:pt idx="7">
                  <c:v>207.39</c:v>
                </c:pt>
                <c:pt idx="8">
                  <c:v>111.63</c:v>
                </c:pt>
                <c:pt idx="9">
                  <c:v>143.16</c:v>
                </c:pt>
                <c:pt idx="10">
                  <c:v>160.13</c:v>
                </c:pt>
                <c:pt idx="11">
                  <c:v>77.12</c:v>
                </c:pt>
                <c:pt idx="12">
                  <c:v>160.22</c:v>
                </c:pt>
                <c:pt idx="13">
                  <c:v>63.15</c:v>
                </c:pt>
                <c:pt idx="14">
                  <c:v>68.489999999999995</c:v>
                </c:pt>
                <c:pt idx="15">
                  <c:v>109.42</c:v>
                </c:pt>
                <c:pt idx="16">
                  <c:v>102.79</c:v>
                </c:pt>
                <c:pt idx="17">
                  <c:v>101.25</c:v>
                </c:pt>
                <c:pt idx="18">
                  <c:v>61.05</c:v>
                </c:pt>
                <c:pt idx="19">
                  <c:v>47.9</c:v>
                </c:pt>
                <c:pt idx="20">
                  <c:v>81.17</c:v>
                </c:pt>
                <c:pt idx="21">
                  <c:v>122.1</c:v>
                </c:pt>
                <c:pt idx="22">
                  <c:v>56.48</c:v>
                </c:pt>
                <c:pt idx="23">
                  <c:v>117.47</c:v>
                </c:pt>
                <c:pt idx="24">
                  <c:v>127.46</c:v>
                </c:pt>
                <c:pt idx="25">
                  <c:v>53.47</c:v>
                </c:pt>
                <c:pt idx="26">
                  <c:v>66.38</c:v>
                </c:pt>
                <c:pt idx="27">
                  <c:v>83.31</c:v>
                </c:pt>
                <c:pt idx="28">
                  <c:v>132.26</c:v>
                </c:pt>
                <c:pt idx="29">
                  <c:v>128.61000000000001</c:v>
                </c:pt>
                <c:pt idx="30">
                  <c:v>86.91</c:v>
                </c:pt>
                <c:pt idx="31">
                  <c:v>115.87</c:v>
                </c:pt>
              </c:numCache>
            </c:numRef>
          </c:val>
          <c:extLst>
            <c:ext xmlns:c16="http://schemas.microsoft.com/office/drawing/2014/chart" uri="{C3380CC4-5D6E-409C-BE32-E72D297353CC}">
              <c16:uniqueId val="{00000001-535F-47A0-8D0B-BF313FB78D9C}"/>
            </c:ext>
          </c:extLst>
        </c:ser>
        <c:dLbls>
          <c:showLegendKey val="0"/>
          <c:showVal val="0"/>
          <c:showCatName val="0"/>
          <c:showSerName val="0"/>
          <c:showPercent val="0"/>
          <c:showBubbleSize val="0"/>
        </c:dLbls>
        <c:gapWidth val="182"/>
        <c:axId val="593019400"/>
        <c:axId val="593033224"/>
      </c:barChart>
      <c:catAx>
        <c:axId val="593019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3033224"/>
        <c:crosses val="autoZero"/>
        <c:auto val="1"/>
        <c:lblAlgn val="ctr"/>
        <c:lblOffset val="100"/>
        <c:noMultiLvlLbl val="0"/>
      </c:catAx>
      <c:valAx>
        <c:axId val="5930332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301940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95C89-2E28-4777-95B0-BA7EECAE3BA4}"/>
              </a:ext>
            </a:extLst>
          </p:cNvPr>
          <p:cNvSpPr>
            <a:spLocks noGrp="1"/>
          </p:cNvSpPr>
          <p:nvPr>
            <p:ph type="ctrTitle"/>
          </p:nvPr>
        </p:nvSpPr>
        <p:spPr>
          <a:xfrm>
            <a:off x="1709928" y="987552"/>
            <a:ext cx="8385048" cy="3081528"/>
          </a:xfrm>
        </p:spPr>
        <p:txBody>
          <a:bodyPr anchor="b">
            <a:normAutofit/>
          </a:bodyPr>
          <a:lstStyle>
            <a:lvl1pPr algn="ctr">
              <a:defRPr sz="5400"/>
            </a:lvl1pPr>
          </a:lstStyle>
          <a:p>
            <a:r>
              <a:rPr lang="en-US" dirty="0"/>
              <a:t>Click to edit Master title style</a:t>
            </a:r>
          </a:p>
        </p:txBody>
      </p:sp>
      <p:sp>
        <p:nvSpPr>
          <p:cNvPr id="3" name="Subtitle 2">
            <a:extLst>
              <a:ext uri="{FF2B5EF4-FFF2-40B4-BE49-F238E27FC236}">
                <a16:creationId xmlns:a16="http://schemas.microsoft.com/office/drawing/2014/main" id="{59052321-4D71-4DA8-BD2C-DC22FC1525CB}"/>
              </a:ext>
            </a:extLst>
          </p:cNvPr>
          <p:cNvSpPr>
            <a:spLocks noGrp="1"/>
          </p:cNvSpPr>
          <p:nvPr>
            <p:ph type="subTitle" idx="1"/>
          </p:nvPr>
        </p:nvSpPr>
        <p:spPr>
          <a:xfrm>
            <a:off x="2905506" y="4480561"/>
            <a:ext cx="5993892" cy="1166495"/>
          </a:xfrm>
        </p:spPr>
        <p:txBody>
          <a:bodyPr>
            <a:normAutofit/>
          </a:bodyPr>
          <a:lstStyle>
            <a:lvl1pPr marL="0" indent="0" algn="ctr">
              <a:buNone/>
              <a:defRPr sz="1400" cap="all" spc="600" baseline="0"/>
            </a:lvl1pPr>
            <a:lvl2pPr marL="457200" indent="0" algn="ctr">
              <a:buNone/>
              <a:defRPr sz="1400"/>
            </a:lvl2pPr>
            <a:lvl3pPr marL="914400" indent="0" algn="ctr">
              <a:buNone/>
              <a:defRPr sz="1400"/>
            </a:lvl3pPr>
            <a:lvl4pPr marL="1371600" indent="0" algn="ctr">
              <a:buNone/>
              <a:defRPr sz="1400"/>
            </a:lvl4pPr>
            <a:lvl5pPr marL="1828800" indent="0" algn="ctr">
              <a:buNone/>
              <a:defRPr sz="1400"/>
            </a:lvl5pPr>
            <a:lvl6pPr marL="2286000" indent="0" algn="ctr">
              <a:buNone/>
              <a:defRPr sz="1400"/>
            </a:lvl6pPr>
            <a:lvl7pPr marL="2743200" indent="0" algn="ctr">
              <a:buNone/>
              <a:defRPr sz="1400"/>
            </a:lvl7pPr>
            <a:lvl8pPr marL="3200400" indent="0" algn="ctr">
              <a:buNone/>
              <a:defRPr sz="1400"/>
            </a:lvl8pPr>
            <a:lvl9pPr marL="3657600" indent="0" algn="ctr">
              <a:buNone/>
              <a:defRPr sz="1400"/>
            </a:lvl9pPr>
          </a:lstStyle>
          <a:p>
            <a:r>
              <a:rPr lang="en-US" dirty="0"/>
              <a:t>Click to edit Master subtitle style</a:t>
            </a:r>
          </a:p>
        </p:txBody>
      </p:sp>
      <p:sp>
        <p:nvSpPr>
          <p:cNvPr id="4" name="Date Placeholder 3">
            <a:extLst>
              <a:ext uri="{FF2B5EF4-FFF2-40B4-BE49-F238E27FC236}">
                <a16:creationId xmlns:a16="http://schemas.microsoft.com/office/drawing/2014/main" id="{B1D37183-71EA-4A92-8609-41ECB53F447E}"/>
              </a:ext>
            </a:extLst>
          </p:cNvPr>
          <p:cNvSpPr>
            <a:spLocks noGrp="1"/>
          </p:cNvSpPr>
          <p:nvPr>
            <p:ph type="dt" sz="half" idx="10"/>
          </p:nvPr>
        </p:nvSpPr>
        <p:spPr/>
        <p:txBody>
          <a:bodyPr/>
          <a:lstStyle/>
          <a:p>
            <a:fld id="{A068949A-688B-4AED-AA8E-F203BA3310F5}" type="datetimeFigureOut">
              <a:rPr lang="en-US" dirty="0"/>
              <a:t>6/5/2026</a:t>
            </a:fld>
            <a:endParaRPr lang="en-US" dirty="0"/>
          </a:p>
        </p:txBody>
      </p:sp>
      <p:sp>
        <p:nvSpPr>
          <p:cNvPr id="5" name="Footer Placeholder 4">
            <a:extLst>
              <a:ext uri="{FF2B5EF4-FFF2-40B4-BE49-F238E27FC236}">
                <a16:creationId xmlns:a16="http://schemas.microsoft.com/office/drawing/2014/main" id="{CA09F2E6-1ECC-4081-8EBF-C80C6C94A105}"/>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1C3FA67-CD72-4503-BA25-FEC880107BC4}"/>
              </a:ext>
            </a:extLst>
          </p:cNvPr>
          <p:cNvSpPr>
            <a:spLocks noGrp="1"/>
          </p:cNvSpPr>
          <p:nvPr>
            <p:ph type="sldNum" sz="quarter" idx="12"/>
          </p:nvPr>
        </p:nvSpPr>
        <p:spPr/>
        <p:txBody>
          <a:bodyPr/>
          <a:lstStyle/>
          <a:p>
            <a:fld id="{24578CCF-2EC4-44CB-A694-F6F6E59A3985}" type="slidenum">
              <a:rPr lang="en-US" dirty="0"/>
              <a:t>‹#›</a:t>
            </a:fld>
            <a:endParaRPr lang="en-US" dirty="0"/>
          </a:p>
        </p:txBody>
      </p:sp>
    </p:spTree>
    <p:extLst>
      <p:ext uri="{BB962C8B-B14F-4D97-AF65-F5344CB8AC3E}">
        <p14:creationId xmlns:p14="http://schemas.microsoft.com/office/powerpoint/2010/main" val="950789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BA523-EF01-4656-9D54-347E984FD329}"/>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2AD52871-79D5-420E-8207-BEF7BE44A9B6}"/>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96D32D3-8223-4851-BB8E-CB489B975FD6}"/>
              </a:ext>
            </a:extLst>
          </p:cNvPr>
          <p:cNvSpPr>
            <a:spLocks noGrp="1"/>
          </p:cNvSpPr>
          <p:nvPr>
            <p:ph type="dt" sz="half" idx="10"/>
          </p:nvPr>
        </p:nvSpPr>
        <p:spPr/>
        <p:txBody>
          <a:bodyPr/>
          <a:lstStyle/>
          <a:p>
            <a:fld id="{10C57B2A-1291-46F4-B4CC-8BAFDF935B56}" type="datetimeFigureOut">
              <a:rPr lang="en-US" dirty="0"/>
              <a:t>6/5/2026</a:t>
            </a:fld>
            <a:endParaRPr lang="en-US" dirty="0"/>
          </a:p>
        </p:txBody>
      </p:sp>
      <p:sp>
        <p:nvSpPr>
          <p:cNvPr id="5" name="Footer Placeholder 4">
            <a:extLst>
              <a:ext uri="{FF2B5EF4-FFF2-40B4-BE49-F238E27FC236}">
                <a16:creationId xmlns:a16="http://schemas.microsoft.com/office/drawing/2014/main" id="{9E94444B-9FC3-414D-8EA0-15AB806D5E3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BBC448B-FCF6-40C5-8BB6-15B70E8897CB}"/>
              </a:ext>
            </a:extLst>
          </p:cNvPr>
          <p:cNvSpPr>
            <a:spLocks noGrp="1"/>
          </p:cNvSpPr>
          <p:nvPr>
            <p:ph type="sldNum" sz="quarter" idx="12"/>
          </p:nvPr>
        </p:nvSpPr>
        <p:spPr/>
        <p:txBody>
          <a:bodyPr/>
          <a:lstStyle/>
          <a:p>
            <a:fld id="{24578CCF-2EC4-44CB-A694-F6F6E59A3985}" type="slidenum">
              <a:rPr lang="en-US" dirty="0"/>
              <a:t>‹#›</a:t>
            </a:fld>
            <a:endParaRPr lang="en-US" dirty="0"/>
          </a:p>
        </p:txBody>
      </p:sp>
    </p:spTree>
    <p:extLst>
      <p:ext uri="{BB962C8B-B14F-4D97-AF65-F5344CB8AC3E}">
        <p14:creationId xmlns:p14="http://schemas.microsoft.com/office/powerpoint/2010/main" val="1596029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F79BA-620F-4443-807B-BE44F36F98F1}"/>
              </a:ext>
            </a:extLst>
          </p:cNvPr>
          <p:cNvSpPr>
            <a:spLocks noGrp="1"/>
          </p:cNvSpPr>
          <p:nvPr>
            <p:ph type="title"/>
          </p:nvPr>
        </p:nvSpPr>
        <p:spPr>
          <a:xfrm>
            <a:off x="1069848" y="1709738"/>
            <a:ext cx="9430811" cy="2852737"/>
          </a:xfrm>
        </p:spPr>
        <p:txBody>
          <a:bodyPr anchor="b">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30C9A625-6442-4047-B545-433C4451210A}"/>
              </a:ext>
            </a:extLst>
          </p:cNvPr>
          <p:cNvSpPr>
            <a:spLocks noGrp="1"/>
          </p:cNvSpPr>
          <p:nvPr>
            <p:ph type="body" idx="1"/>
          </p:nvPr>
        </p:nvSpPr>
        <p:spPr>
          <a:xfrm>
            <a:off x="1069848" y="4589463"/>
            <a:ext cx="943081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F8EAA30-3B1A-4BEA-9835-33D2072451F9}"/>
              </a:ext>
            </a:extLst>
          </p:cNvPr>
          <p:cNvSpPr>
            <a:spLocks noGrp="1"/>
          </p:cNvSpPr>
          <p:nvPr>
            <p:ph type="dt" sz="half" idx="10"/>
          </p:nvPr>
        </p:nvSpPr>
        <p:spPr/>
        <p:txBody>
          <a:bodyPr/>
          <a:lstStyle/>
          <a:p>
            <a:fld id="{2E76B3B4-A63D-42FA-B9D1-41D36384F384}" type="datetimeFigureOut">
              <a:rPr lang="en-US" dirty="0"/>
              <a:t>6/5/2026</a:t>
            </a:fld>
            <a:endParaRPr lang="en-US" dirty="0"/>
          </a:p>
        </p:txBody>
      </p:sp>
      <p:sp>
        <p:nvSpPr>
          <p:cNvPr id="5" name="Footer Placeholder 4">
            <a:extLst>
              <a:ext uri="{FF2B5EF4-FFF2-40B4-BE49-F238E27FC236}">
                <a16:creationId xmlns:a16="http://schemas.microsoft.com/office/drawing/2014/main" id="{BB256440-3149-446F-8105-485333B183A0}"/>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E0FEDB1-D604-4E10-B334-5DB303498B12}"/>
              </a:ext>
            </a:extLst>
          </p:cNvPr>
          <p:cNvSpPr>
            <a:spLocks noGrp="1"/>
          </p:cNvSpPr>
          <p:nvPr>
            <p:ph type="sldNum" sz="quarter" idx="12"/>
          </p:nvPr>
        </p:nvSpPr>
        <p:spPr/>
        <p:txBody>
          <a:bodyPr/>
          <a:lstStyle/>
          <a:p>
            <a:fld id="{24578CCF-2EC4-44CB-A694-F6F6E59A3985}" type="slidenum">
              <a:rPr lang="en-US" dirty="0"/>
              <a:t>‹#›</a:t>
            </a:fld>
            <a:endParaRPr lang="en-US" dirty="0"/>
          </a:p>
        </p:txBody>
      </p:sp>
    </p:spTree>
    <p:extLst>
      <p:ext uri="{BB962C8B-B14F-4D97-AF65-F5344CB8AC3E}">
        <p14:creationId xmlns:p14="http://schemas.microsoft.com/office/powerpoint/2010/main" val="1776840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6E563-D552-439E-8DF5-45062D87549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C0136873-2DD5-456E-A3A9-FE408419E30D}"/>
              </a:ext>
            </a:extLst>
          </p:cNvPr>
          <p:cNvSpPr>
            <a:spLocks noGrp="1"/>
          </p:cNvSpPr>
          <p:nvPr>
            <p:ph sz="half" idx="1"/>
          </p:nvPr>
        </p:nvSpPr>
        <p:spPr>
          <a:xfrm>
            <a:off x="1069848" y="1825625"/>
            <a:ext cx="4684057"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0C6B04C-FB9E-4A9E-8892-4B5B702898B4}"/>
              </a:ext>
            </a:extLst>
          </p:cNvPr>
          <p:cNvSpPr>
            <a:spLocks noGrp="1"/>
          </p:cNvSpPr>
          <p:nvPr>
            <p:ph sz="half" idx="2"/>
          </p:nvPr>
        </p:nvSpPr>
        <p:spPr>
          <a:xfrm>
            <a:off x="6019802" y="1825625"/>
            <a:ext cx="468405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42E2F0B4-0E86-473E-BC42-78D856A00C2E}"/>
              </a:ext>
            </a:extLst>
          </p:cNvPr>
          <p:cNvSpPr>
            <a:spLocks noGrp="1"/>
          </p:cNvSpPr>
          <p:nvPr>
            <p:ph type="dt" sz="half" idx="10"/>
          </p:nvPr>
        </p:nvSpPr>
        <p:spPr/>
        <p:txBody>
          <a:bodyPr/>
          <a:lstStyle/>
          <a:p>
            <a:fld id="{1BBF0803-F60A-46DD-B88E-307855619A34}" type="datetimeFigureOut">
              <a:rPr lang="en-US" dirty="0"/>
              <a:t>6/5/2026</a:t>
            </a:fld>
            <a:endParaRPr lang="en-US" dirty="0"/>
          </a:p>
        </p:txBody>
      </p:sp>
      <p:sp>
        <p:nvSpPr>
          <p:cNvPr id="6" name="Footer Placeholder 5">
            <a:extLst>
              <a:ext uri="{FF2B5EF4-FFF2-40B4-BE49-F238E27FC236}">
                <a16:creationId xmlns:a16="http://schemas.microsoft.com/office/drawing/2014/main" id="{782B9537-F43C-4042-B165-A00358F9E24F}"/>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FEF9F52F-61F2-4FEE-8989-2FB400190C4C}"/>
              </a:ext>
            </a:extLst>
          </p:cNvPr>
          <p:cNvSpPr>
            <a:spLocks noGrp="1"/>
          </p:cNvSpPr>
          <p:nvPr>
            <p:ph type="sldNum" sz="quarter" idx="12"/>
          </p:nvPr>
        </p:nvSpPr>
        <p:spPr/>
        <p:txBody>
          <a:bodyPr/>
          <a:lstStyle/>
          <a:p>
            <a:fld id="{24578CCF-2EC4-44CB-A694-F6F6E59A3985}" type="slidenum">
              <a:rPr lang="en-US" dirty="0"/>
              <a:t>‹#›</a:t>
            </a:fld>
            <a:endParaRPr lang="en-US" dirty="0"/>
          </a:p>
        </p:txBody>
      </p:sp>
    </p:spTree>
    <p:extLst>
      <p:ext uri="{BB962C8B-B14F-4D97-AF65-F5344CB8AC3E}">
        <p14:creationId xmlns:p14="http://schemas.microsoft.com/office/powerpoint/2010/main" val="1775329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32E5C-0B2D-4DB5-95F6-3C2C825DFE54}"/>
              </a:ext>
            </a:extLst>
          </p:cNvPr>
          <p:cNvSpPr>
            <a:spLocks noGrp="1"/>
          </p:cNvSpPr>
          <p:nvPr>
            <p:ph type="title"/>
          </p:nvPr>
        </p:nvSpPr>
        <p:spPr>
          <a:xfrm>
            <a:off x="839788" y="365125"/>
            <a:ext cx="989993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18F1C53-3F27-42E6-BE80-1DF57985741C}"/>
              </a:ext>
            </a:extLst>
          </p:cNvPr>
          <p:cNvSpPr>
            <a:spLocks noGrp="1"/>
          </p:cNvSpPr>
          <p:nvPr>
            <p:ph type="body" idx="1"/>
          </p:nvPr>
        </p:nvSpPr>
        <p:spPr>
          <a:xfrm>
            <a:off x="839789" y="1681163"/>
            <a:ext cx="4872132" cy="823912"/>
          </a:xfrm>
        </p:spPr>
        <p:txBody>
          <a:bodyPr anchor="b">
            <a:noAutofit/>
          </a:bodyPr>
          <a:lstStyle>
            <a:lvl1pPr marL="0" indent="0">
              <a:buNone/>
              <a:defRPr sz="1600" b="1" cap="all" spc="300" baseline="0"/>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38CC6CB-F028-4322-B54F-571203106F23}"/>
              </a:ext>
            </a:extLst>
          </p:cNvPr>
          <p:cNvSpPr>
            <a:spLocks noGrp="1"/>
          </p:cNvSpPr>
          <p:nvPr>
            <p:ph sz="half" idx="2"/>
          </p:nvPr>
        </p:nvSpPr>
        <p:spPr>
          <a:xfrm>
            <a:off x="839787" y="2510632"/>
            <a:ext cx="4872133" cy="3684588"/>
          </a:xfrm>
        </p:spPr>
        <p:txBody>
          <a:bodyPr/>
          <a:lstStyle>
            <a:lvl2pPr>
              <a:defRPr b="1"/>
            </a:lvl2pPr>
            <a:lvl3pPr>
              <a:defRPr b="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2AD2CD7-554E-4EAA-BAF6-86ABB7E81D25}"/>
              </a:ext>
            </a:extLst>
          </p:cNvPr>
          <p:cNvSpPr>
            <a:spLocks noGrp="1"/>
          </p:cNvSpPr>
          <p:nvPr>
            <p:ph type="body" sz="quarter" idx="3"/>
          </p:nvPr>
        </p:nvSpPr>
        <p:spPr>
          <a:xfrm>
            <a:off x="5889809" y="1681163"/>
            <a:ext cx="4849909" cy="823912"/>
          </a:xfrm>
        </p:spPr>
        <p:txBody>
          <a:bodyPr anchor="b">
            <a:noAutofit/>
          </a:bodyPr>
          <a:lstStyle>
            <a:lvl1pPr marL="0" indent="0">
              <a:buNone/>
              <a:defRPr sz="1600" b="1" cap="all" spc="300" baseline="0"/>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1982A2D6-379C-4D26-90AC-9F2F46DCE7F3}"/>
              </a:ext>
            </a:extLst>
          </p:cNvPr>
          <p:cNvSpPr>
            <a:spLocks noGrp="1"/>
          </p:cNvSpPr>
          <p:nvPr>
            <p:ph sz="quarter" idx="4"/>
          </p:nvPr>
        </p:nvSpPr>
        <p:spPr>
          <a:xfrm>
            <a:off x="5889810" y="2505075"/>
            <a:ext cx="4872134" cy="3684588"/>
          </a:xfrm>
        </p:spPr>
        <p:txBody>
          <a:bodyPr/>
          <a:lstStyle>
            <a:lvl2pPr>
              <a:defRPr b="1"/>
            </a:lvl2pPr>
            <a:lvl3pPr>
              <a:defRPr b="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DEA0E4F3-8A65-4788-AE96-1FB2060F48D2}"/>
              </a:ext>
            </a:extLst>
          </p:cNvPr>
          <p:cNvSpPr>
            <a:spLocks noGrp="1"/>
          </p:cNvSpPr>
          <p:nvPr>
            <p:ph type="dt" sz="half" idx="10"/>
          </p:nvPr>
        </p:nvSpPr>
        <p:spPr/>
        <p:txBody>
          <a:bodyPr/>
          <a:lstStyle/>
          <a:p>
            <a:fld id="{583B4245-B7F0-48F5-9A59-408A637F0829}" type="datetimeFigureOut">
              <a:rPr lang="en-US" dirty="0"/>
              <a:t>6/5/2026</a:t>
            </a:fld>
            <a:endParaRPr lang="en-US" dirty="0"/>
          </a:p>
        </p:txBody>
      </p:sp>
      <p:sp>
        <p:nvSpPr>
          <p:cNvPr id="8" name="Footer Placeholder 7">
            <a:extLst>
              <a:ext uri="{FF2B5EF4-FFF2-40B4-BE49-F238E27FC236}">
                <a16:creationId xmlns:a16="http://schemas.microsoft.com/office/drawing/2014/main" id="{97522DA4-5EE1-440C-ADDE-D7B4F77B4E18}"/>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D6BC291E-B8EF-4ED7-A04A-23426C220CF0}"/>
              </a:ext>
            </a:extLst>
          </p:cNvPr>
          <p:cNvSpPr>
            <a:spLocks noGrp="1"/>
          </p:cNvSpPr>
          <p:nvPr>
            <p:ph type="sldNum" sz="quarter" idx="12"/>
          </p:nvPr>
        </p:nvSpPr>
        <p:spPr/>
        <p:txBody>
          <a:bodyPr/>
          <a:lstStyle/>
          <a:p>
            <a:fld id="{24578CCF-2EC4-44CB-A694-F6F6E59A3985}" type="slidenum">
              <a:rPr lang="en-US" dirty="0"/>
              <a:t>‹#›</a:t>
            </a:fld>
            <a:endParaRPr lang="en-US" dirty="0"/>
          </a:p>
        </p:txBody>
      </p:sp>
    </p:spTree>
    <p:extLst>
      <p:ext uri="{BB962C8B-B14F-4D97-AF65-F5344CB8AC3E}">
        <p14:creationId xmlns:p14="http://schemas.microsoft.com/office/powerpoint/2010/main" val="3141500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CB818-E8D0-497B-9A7E-4F281D0DBCCD}"/>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CFE82B9D-CD58-4C05-8A78-CB6E0E9D49DC}"/>
              </a:ext>
            </a:extLst>
          </p:cNvPr>
          <p:cNvSpPr>
            <a:spLocks noGrp="1"/>
          </p:cNvSpPr>
          <p:nvPr>
            <p:ph type="dt" sz="half" idx="10"/>
          </p:nvPr>
        </p:nvSpPr>
        <p:spPr/>
        <p:txBody>
          <a:bodyPr/>
          <a:lstStyle/>
          <a:p>
            <a:fld id="{C1A9FBFC-AFD0-49F7-9AAB-86AF5F4471C2}" type="datetimeFigureOut">
              <a:rPr lang="en-US" dirty="0"/>
              <a:t>6/5/2026</a:t>
            </a:fld>
            <a:endParaRPr lang="en-US" dirty="0"/>
          </a:p>
        </p:txBody>
      </p:sp>
      <p:sp>
        <p:nvSpPr>
          <p:cNvPr id="4" name="Footer Placeholder 3">
            <a:extLst>
              <a:ext uri="{FF2B5EF4-FFF2-40B4-BE49-F238E27FC236}">
                <a16:creationId xmlns:a16="http://schemas.microsoft.com/office/drawing/2014/main" id="{BADE60CD-D6F3-40A7-BB8B-FEC8E3156AFB}"/>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7C02B832-C4FE-4F88-85EA-DDC16A82B9A9}"/>
              </a:ext>
            </a:extLst>
          </p:cNvPr>
          <p:cNvSpPr>
            <a:spLocks noGrp="1"/>
          </p:cNvSpPr>
          <p:nvPr>
            <p:ph type="sldNum" sz="quarter" idx="12"/>
          </p:nvPr>
        </p:nvSpPr>
        <p:spPr/>
        <p:txBody>
          <a:bodyPr/>
          <a:lstStyle/>
          <a:p>
            <a:fld id="{24578CCF-2EC4-44CB-A694-F6F6E59A3985}" type="slidenum">
              <a:rPr lang="en-US" dirty="0"/>
              <a:t>‹#›</a:t>
            </a:fld>
            <a:endParaRPr lang="en-US" dirty="0"/>
          </a:p>
        </p:txBody>
      </p:sp>
    </p:spTree>
    <p:extLst>
      <p:ext uri="{BB962C8B-B14F-4D97-AF65-F5344CB8AC3E}">
        <p14:creationId xmlns:p14="http://schemas.microsoft.com/office/powerpoint/2010/main" val="1801381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75B2FC-801A-44A4-96BF-26A9E8B2A1C6}"/>
              </a:ext>
            </a:extLst>
          </p:cNvPr>
          <p:cNvSpPr>
            <a:spLocks noGrp="1"/>
          </p:cNvSpPr>
          <p:nvPr>
            <p:ph type="dt" sz="half" idx="10"/>
          </p:nvPr>
        </p:nvSpPr>
        <p:spPr/>
        <p:txBody>
          <a:bodyPr/>
          <a:lstStyle/>
          <a:p>
            <a:fld id="{46DAEFA3-A6B6-4916-BD87-2F7F0B6DE4AC}" type="datetimeFigureOut">
              <a:rPr lang="en-US" dirty="0"/>
              <a:t>6/5/2026</a:t>
            </a:fld>
            <a:endParaRPr lang="en-US" dirty="0"/>
          </a:p>
        </p:txBody>
      </p:sp>
      <p:sp>
        <p:nvSpPr>
          <p:cNvPr id="3" name="Footer Placeholder 2">
            <a:extLst>
              <a:ext uri="{FF2B5EF4-FFF2-40B4-BE49-F238E27FC236}">
                <a16:creationId xmlns:a16="http://schemas.microsoft.com/office/drawing/2014/main" id="{A8127F04-7E7E-485C-8B30-6B89E5A69F0A}"/>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90933C81-AA74-4BCE-AA9E-56E5791D078C}"/>
              </a:ext>
            </a:extLst>
          </p:cNvPr>
          <p:cNvSpPr>
            <a:spLocks noGrp="1"/>
          </p:cNvSpPr>
          <p:nvPr>
            <p:ph type="sldNum" sz="quarter" idx="12"/>
          </p:nvPr>
        </p:nvSpPr>
        <p:spPr/>
        <p:txBody>
          <a:bodyPr/>
          <a:lstStyle/>
          <a:p>
            <a:fld id="{24578CCF-2EC4-44CB-A694-F6F6E59A3985}" type="slidenum">
              <a:rPr lang="en-US" dirty="0"/>
              <a:t>‹#›</a:t>
            </a:fld>
            <a:endParaRPr lang="en-US" dirty="0"/>
          </a:p>
        </p:txBody>
      </p:sp>
    </p:spTree>
    <p:extLst>
      <p:ext uri="{BB962C8B-B14F-4D97-AF65-F5344CB8AC3E}">
        <p14:creationId xmlns:p14="http://schemas.microsoft.com/office/powerpoint/2010/main" val="256725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FD3CB-0541-46AD-B35E-0E0A1375E8A2}"/>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EBF8EFDE-1D7D-46B8-AB55-A3C02EDD1888}"/>
              </a:ext>
            </a:extLst>
          </p:cNvPr>
          <p:cNvSpPr>
            <a:spLocks noGrp="1"/>
          </p:cNvSpPr>
          <p:nvPr>
            <p:ph idx="1"/>
          </p:nvPr>
        </p:nvSpPr>
        <p:spPr>
          <a:xfrm>
            <a:off x="5183188" y="457201"/>
            <a:ext cx="5652153" cy="5403850"/>
          </a:xfrm>
        </p:spPr>
        <p:txBody>
          <a:bodyPr/>
          <a:lstStyle>
            <a:lvl1pPr>
              <a:defRPr sz="3200"/>
            </a:lvl1pPr>
            <a:lvl2pPr>
              <a:defRPr sz="2800" b="1"/>
            </a:lvl2pPr>
            <a:lvl3pPr>
              <a:defRPr sz="2400" b="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6411D2F5-DB36-4943-8A14-96AFC48830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106C07D4-6597-444C-9EFD-62021AE7618C}"/>
              </a:ext>
            </a:extLst>
          </p:cNvPr>
          <p:cNvSpPr>
            <a:spLocks noGrp="1"/>
          </p:cNvSpPr>
          <p:nvPr>
            <p:ph type="dt" sz="half" idx="10"/>
          </p:nvPr>
        </p:nvSpPr>
        <p:spPr/>
        <p:txBody>
          <a:bodyPr/>
          <a:lstStyle/>
          <a:p>
            <a:fld id="{3D928FE2-E902-4B86-B2C7-4AE6B54CDB70}" type="datetimeFigureOut">
              <a:rPr lang="en-US" dirty="0"/>
              <a:t>6/5/2026</a:t>
            </a:fld>
            <a:endParaRPr lang="en-US" dirty="0"/>
          </a:p>
        </p:txBody>
      </p:sp>
      <p:sp>
        <p:nvSpPr>
          <p:cNvPr id="6" name="Footer Placeholder 5">
            <a:extLst>
              <a:ext uri="{FF2B5EF4-FFF2-40B4-BE49-F238E27FC236}">
                <a16:creationId xmlns:a16="http://schemas.microsoft.com/office/drawing/2014/main" id="{712D0D2C-70E8-4A24-9727-BEAF10B17D6C}"/>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F0D9E0F6-7216-48A1-8BCA-770C6DE3875B}"/>
              </a:ext>
            </a:extLst>
          </p:cNvPr>
          <p:cNvSpPr>
            <a:spLocks noGrp="1"/>
          </p:cNvSpPr>
          <p:nvPr>
            <p:ph type="sldNum" sz="quarter" idx="12"/>
          </p:nvPr>
        </p:nvSpPr>
        <p:spPr/>
        <p:txBody>
          <a:bodyPr/>
          <a:lstStyle/>
          <a:p>
            <a:fld id="{24578CCF-2EC4-44CB-A694-F6F6E59A3985}" type="slidenum">
              <a:rPr lang="en-US" dirty="0"/>
              <a:t>‹#›</a:t>
            </a:fld>
            <a:endParaRPr lang="en-US" dirty="0"/>
          </a:p>
        </p:txBody>
      </p:sp>
    </p:spTree>
    <p:extLst>
      <p:ext uri="{BB962C8B-B14F-4D97-AF65-F5344CB8AC3E}">
        <p14:creationId xmlns:p14="http://schemas.microsoft.com/office/powerpoint/2010/main" val="708827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CBEBD-5F1A-4111-A7F2-1CE82C9A69D8}"/>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C00517FB-4008-4F68-B193-482971BA720D}"/>
              </a:ext>
            </a:extLst>
          </p:cNvPr>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92606C5F-0885-458F-9B21-47E60171BF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4886F2E-B752-4D78-8DC4-C96A1A00E670}"/>
              </a:ext>
            </a:extLst>
          </p:cNvPr>
          <p:cNvSpPr>
            <a:spLocks noGrp="1"/>
          </p:cNvSpPr>
          <p:nvPr>
            <p:ph type="dt" sz="half" idx="10"/>
          </p:nvPr>
        </p:nvSpPr>
        <p:spPr/>
        <p:txBody>
          <a:bodyPr/>
          <a:lstStyle/>
          <a:p>
            <a:fld id="{E8674E58-F253-4E0F-B41E-2DC0E51ABEA1}" type="datetimeFigureOut">
              <a:rPr lang="en-US" dirty="0"/>
              <a:t>6/5/2026</a:t>
            </a:fld>
            <a:endParaRPr lang="en-US" dirty="0"/>
          </a:p>
        </p:txBody>
      </p:sp>
      <p:sp>
        <p:nvSpPr>
          <p:cNvPr id="6" name="Footer Placeholder 5">
            <a:extLst>
              <a:ext uri="{FF2B5EF4-FFF2-40B4-BE49-F238E27FC236}">
                <a16:creationId xmlns:a16="http://schemas.microsoft.com/office/drawing/2014/main" id="{4FC37751-8BB8-4224-870A-A2953E76073F}"/>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6242CE94-BD7E-44B3-9B5E-67D4BD317E99}"/>
              </a:ext>
            </a:extLst>
          </p:cNvPr>
          <p:cNvSpPr>
            <a:spLocks noGrp="1"/>
          </p:cNvSpPr>
          <p:nvPr>
            <p:ph type="sldNum" sz="quarter" idx="12"/>
          </p:nvPr>
        </p:nvSpPr>
        <p:spPr/>
        <p:txBody>
          <a:bodyPr/>
          <a:lstStyle/>
          <a:p>
            <a:fld id="{24578CCF-2EC4-44CB-A694-F6F6E59A3985}" type="slidenum">
              <a:rPr lang="en-US" dirty="0"/>
              <a:t>‹#›</a:t>
            </a:fld>
            <a:endParaRPr lang="en-US" dirty="0"/>
          </a:p>
        </p:txBody>
      </p:sp>
    </p:spTree>
    <p:extLst>
      <p:ext uri="{BB962C8B-B14F-4D97-AF65-F5344CB8AC3E}">
        <p14:creationId xmlns:p14="http://schemas.microsoft.com/office/powerpoint/2010/main" val="2281401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83CBE-1EA9-4E8B-A281-C50B792E55F5}"/>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8B2EB1A0-A59D-4CB9-BABB-C6BF1D2E9928}"/>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2E6265B-940D-433C-AD76-2D6A42449307}"/>
              </a:ext>
            </a:extLst>
          </p:cNvPr>
          <p:cNvSpPr>
            <a:spLocks noGrp="1"/>
          </p:cNvSpPr>
          <p:nvPr>
            <p:ph type="dt" sz="half" idx="10"/>
          </p:nvPr>
        </p:nvSpPr>
        <p:spPr/>
        <p:txBody>
          <a:bodyPr/>
          <a:lstStyle/>
          <a:p>
            <a:fld id="{16F30231-6059-4AF0-B828-13FEB68C6E43}" type="datetimeFigureOut">
              <a:rPr lang="en-US" dirty="0"/>
              <a:t>6/5/2026</a:t>
            </a:fld>
            <a:endParaRPr lang="en-US" dirty="0"/>
          </a:p>
        </p:txBody>
      </p:sp>
      <p:sp>
        <p:nvSpPr>
          <p:cNvPr id="5" name="Footer Placeholder 4">
            <a:extLst>
              <a:ext uri="{FF2B5EF4-FFF2-40B4-BE49-F238E27FC236}">
                <a16:creationId xmlns:a16="http://schemas.microsoft.com/office/drawing/2014/main" id="{EDCAB98E-314F-45C4-9A64-AD3FAE0516D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58E49F32-B214-4A0C-8669-7FE4BA445965}"/>
              </a:ext>
            </a:extLst>
          </p:cNvPr>
          <p:cNvSpPr>
            <a:spLocks noGrp="1"/>
          </p:cNvSpPr>
          <p:nvPr>
            <p:ph type="sldNum" sz="quarter" idx="12"/>
          </p:nvPr>
        </p:nvSpPr>
        <p:spPr/>
        <p:txBody>
          <a:bodyPr/>
          <a:lstStyle/>
          <a:p>
            <a:fld id="{24578CCF-2EC4-44CB-A694-F6F6E59A3985}" type="slidenum">
              <a:rPr lang="en-US" dirty="0"/>
              <a:t>‹#›</a:t>
            </a:fld>
            <a:endParaRPr lang="en-US" dirty="0"/>
          </a:p>
        </p:txBody>
      </p:sp>
    </p:spTree>
    <p:extLst>
      <p:ext uri="{BB962C8B-B14F-4D97-AF65-F5344CB8AC3E}">
        <p14:creationId xmlns:p14="http://schemas.microsoft.com/office/powerpoint/2010/main" val="3321295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DE4A6D-DAA1-4551-A093-3C36C1C8CF36}"/>
              </a:ext>
            </a:extLst>
          </p:cNvPr>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125FDA9-71CD-4B86-B291-BEBA43D8ED7F}"/>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D9F5B1-B635-4479-A426-B1D4066502DB}"/>
              </a:ext>
            </a:extLst>
          </p:cNvPr>
          <p:cNvSpPr>
            <a:spLocks noGrp="1"/>
          </p:cNvSpPr>
          <p:nvPr>
            <p:ph type="dt" sz="half" idx="10"/>
          </p:nvPr>
        </p:nvSpPr>
        <p:spPr/>
        <p:txBody>
          <a:bodyPr/>
          <a:lstStyle/>
          <a:p>
            <a:fld id="{5906E087-9EB9-42E7-B62A-9B8FE3556101}" type="datetimeFigureOut">
              <a:rPr lang="en-US" dirty="0"/>
              <a:t>6/5/2026</a:t>
            </a:fld>
            <a:endParaRPr lang="en-US" dirty="0"/>
          </a:p>
        </p:txBody>
      </p:sp>
      <p:sp>
        <p:nvSpPr>
          <p:cNvPr id="5" name="Footer Placeholder 4">
            <a:extLst>
              <a:ext uri="{FF2B5EF4-FFF2-40B4-BE49-F238E27FC236}">
                <a16:creationId xmlns:a16="http://schemas.microsoft.com/office/drawing/2014/main" id="{6B833098-8769-47C3-80B2-C2942F984D6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5EA9297-65D4-45BE-BE6C-5531FC6A5E1E}"/>
              </a:ext>
            </a:extLst>
          </p:cNvPr>
          <p:cNvSpPr>
            <a:spLocks noGrp="1"/>
          </p:cNvSpPr>
          <p:nvPr>
            <p:ph type="sldNum" sz="quarter" idx="12"/>
          </p:nvPr>
        </p:nvSpPr>
        <p:spPr/>
        <p:txBody>
          <a:bodyPr/>
          <a:lstStyle/>
          <a:p>
            <a:fld id="{24578CCF-2EC4-44CB-A694-F6F6E59A3985}" type="slidenum">
              <a:rPr lang="en-US" dirty="0"/>
              <a:t>‹#›</a:t>
            </a:fld>
            <a:endParaRPr lang="en-US" dirty="0"/>
          </a:p>
        </p:txBody>
      </p:sp>
    </p:spTree>
    <p:extLst>
      <p:ext uri="{BB962C8B-B14F-4D97-AF65-F5344CB8AC3E}">
        <p14:creationId xmlns:p14="http://schemas.microsoft.com/office/powerpoint/2010/main" val="3488736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1AFD227-869A-489C-A9B5-3F0498DF3C0C}"/>
              </a:ext>
            </a:extLst>
          </p:cNvPr>
          <p:cNvGrpSpPr/>
          <p:nvPr/>
        </p:nvGrpSpPr>
        <p:grpSpPr>
          <a:xfrm>
            <a:off x="11096450" y="13394"/>
            <a:ext cx="494218" cy="6814823"/>
            <a:chOff x="11096450" y="13394"/>
            <a:chExt cx="494218" cy="6814823"/>
          </a:xfrm>
          <a:solidFill>
            <a:schemeClr val="bg2">
              <a:lumMod val="90000"/>
            </a:schemeClr>
          </a:solidFill>
        </p:grpSpPr>
        <p:sp>
          <p:nvSpPr>
            <p:cNvPr id="8" name="Freeform 8">
              <a:extLst>
                <a:ext uri="{FF2B5EF4-FFF2-40B4-BE49-F238E27FC236}">
                  <a16:creationId xmlns:a16="http://schemas.microsoft.com/office/drawing/2014/main" id="{62704B34-199B-4964-9C78-3AB9735915AA}"/>
                </a:ext>
              </a:extLst>
            </p:cNvPr>
            <p:cNvSpPr/>
            <p:nvPr/>
          </p:nvSpPr>
          <p:spPr bwMode="auto">
            <a:xfrm rot="5400000">
              <a:off x="11108009" y="6718576"/>
              <a:ext cx="131153" cy="88130"/>
            </a:xfrm>
            <a:custGeom>
              <a:avLst/>
              <a:gdLst/>
              <a:ahLst/>
              <a:cxnLst/>
              <a:rect l="0" t="0" r="r" b="b"/>
              <a:pathLst>
                <a:path w="40" h="29">
                  <a:moveTo>
                    <a:pt x="26" y="0"/>
                  </a:moveTo>
                  <a:cubicBezTo>
                    <a:pt x="34" y="0"/>
                    <a:pt x="40" y="10"/>
                    <a:pt x="39" y="20"/>
                  </a:cubicBezTo>
                  <a:cubicBezTo>
                    <a:pt x="17" y="29"/>
                    <a:pt x="0" y="10"/>
                    <a:pt x="26" y="0"/>
                  </a:cubicBezTo>
                  <a:close/>
                </a:path>
              </a:pathLst>
            </a:custGeom>
            <a:grpFill/>
            <a:ln>
              <a:noFill/>
            </a:ln>
          </p:spPr>
        </p:sp>
        <p:sp>
          <p:nvSpPr>
            <p:cNvPr id="9" name="Freeform 10">
              <a:extLst>
                <a:ext uri="{FF2B5EF4-FFF2-40B4-BE49-F238E27FC236}">
                  <a16:creationId xmlns:a16="http://schemas.microsoft.com/office/drawing/2014/main" id="{8B1E8DB8-017D-454E-849F-EE5742849FD4}"/>
                </a:ext>
              </a:extLst>
            </p:cNvPr>
            <p:cNvSpPr/>
            <p:nvPr/>
          </p:nvSpPr>
          <p:spPr bwMode="auto">
            <a:xfrm rot="5400000">
              <a:off x="11475034" y="77813"/>
              <a:ext cx="138242" cy="88130"/>
            </a:xfrm>
            <a:custGeom>
              <a:avLst/>
              <a:gdLst/>
              <a:ahLst/>
              <a:cxnLst/>
              <a:rect l="0" t="0" r="r" b="b"/>
              <a:pathLst>
                <a:path w="42" h="29">
                  <a:moveTo>
                    <a:pt x="22" y="0"/>
                  </a:moveTo>
                  <a:cubicBezTo>
                    <a:pt x="42" y="7"/>
                    <a:pt x="28" y="29"/>
                    <a:pt x="14" y="25"/>
                  </a:cubicBezTo>
                  <a:cubicBezTo>
                    <a:pt x="0" y="18"/>
                    <a:pt x="8" y="1"/>
                    <a:pt x="22" y="0"/>
                  </a:cubicBezTo>
                  <a:close/>
                </a:path>
              </a:pathLst>
            </a:custGeom>
            <a:grpFill/>
            <a:ln>
              <a:noFill/>
            </a:ln>
          </p:spPr>
        </p:sp>
        <p:sp>
          <p:nvSpPr>
            <p:cNvPr id="10" name="Freeform 15">
              <a:extLst>
                <a:ext uri="{FF2B5EF4-FFF2-40B4-BE49-F238E27FC236}">
                  <a16:creationId xmlns:a16="http://schemas.microsoft.com/office/drawing/2014/main" id="{16D80E5D-5099-41C4-A80A-1B1538C382FC}"/>
                </a:ext>
              </a:extLst>
            </p:cNvPr>
            <p:cNvSpPr/>
            <p:nvPr/>
          </p:nvSpPr>
          <p:spPr bwMode="auto">
            <a:xfrm rot="5400000">
              <a:off x="11478964" y="592010"/>
              <a:ext cx="121406" cy="72626"/>
            </a:xfrm>
            <a:custGeom>
              <a:avLst/>
              <a:gdLst/>
              <a:ahLst/>
              <a:cxnLst/>
              <a:rect l="0" t="0" r="r" b="b"/>
              <a:pathLst>
                <a:path w="37" h="24">
                  <a:moveTo>
                    <a:pt x="16" y="0"/>
                  </a:moveTo>
                  <a:cubicBezTo>
                    <a:pt x="37" y="6"/>
                    <a:pt x="30" y="20"/>
                    <a:pt x="11" y="24"/>
                  </a:cubicBezTo>
                  <a:cubicBezTo>
                    <a:pt x="0" y="17"/>
                    <a:pt x="5" y="3"/>
                    <a:pt x="16" y="0"/>
                  </a:cubicBezTo>
                  <a:close/>
                </a:path>
              </a:pathLst>
            </a:custGeom>
            <a:grpFill/>
            <a:ln>
              <a:noFill/>
            </a:ln>
          </p:spPr>
        </p:sp>
        <p:sp>
          <p:nvSpPr>
            <p:cNvPr id="11" name="Freeform 18">
              <a:extLst>
                <a:ext uri="{FF2B5EF4-FFF2-40B4-BE49-F238E27FC236}">
                  <a16:creationId xmlns:a16="http://schemas.microsoft.com/office/drawing/2014/main" id="{947751E1-E2F4-467E-B547-3BD4BAB7F560}"/>
                </a:ext>
              </a:extLst>
            </p:cNvPr>
            <p:cNvSpPr/>
            <p:nvPr/>
          </p:nvSpPr>
          <p:spPr bwMode="auto">
            <a:xfrm rot="5400000">
              <a:off x="11482378" y="335267"/>
              <a:ext cx="138242" cy="78339"/>
            </a:xfrm>
            <a:custGeom>
              <a:avLst/>
              <a:gdLst/>
              <a:ahLst/>
              <a:cxnLst/>
              <a:rect l="0" t="0" r="r" b="b"/>
              <a:pathLst>
                <a:path w="42" h="26">
                  <a:moveTo>
                    <a:pt x="6" y="6"/>
                  </a:moveTo>
                  <a:cubicBezTo>
                    <a:pt x="25" y="0"/>
                    <a:pt x="42" y="17"/>
                    <a:pt x="21" y="26"/>
                  </a:cubicBezTo>
                  <a:cubicBezTo>
                    <a:pt x="9" y="26"/>
                    <a:pt x="0" y="16"/>
                    <a:pt x="6" y="6"/>
                  </a:cubicBezTo>
                  <a:close/>
                </a:path>
              </a:pathLst>
            </a:custGeom>
            <a:grpFill/>
            <a:ln>
              <a:noFill/>
            </a:ln>
          </p:spPr>
        </p:sp>
        <p:sp>
          <p:nvSpPr>
            <p:cNvPr id="12" name="Freeform 19">
              <a:extLst>
                <a:ext uri="{FF2B5EF4-FFF2-40B4-BE49-F238E27FC236}">
                  <a16:creationId xmlns:a16="http://schemas.microsoft.com/office/drawing/2014/main" id="{55D8869B-B701-4268-9856-876345C8AE3F}"/>
                </a:ext>
              </a:extLst>
            </p:cNvPr>
            <p:cNvSpPr/>
            <p:nvPr/>
          </p:nvSpPr>
          <p:spPr bwMode="auto">
            <a:xfrm rot="5400000">
              <a:off x="11407714" y="2021691"/>
              <a:ext cx="124951" cy="69362"/>
            </a:xfrm>
            <a:custGeom>
              <a:avLst/>
              <a:gdLst/>
              <a:ahLst/>
              <a:cxnLst/>
              <a:rect l="0" t="0" r="r" b="b"/>
              <a:pathLst>
                <a:path w="38" h="23">
                  <a:moveTo>
                    <a:pt x="16" y="0"/>
                  </a:moveTo>
                  <a:cubicBezTo>
                    <a:pt x="38" y="8"/>
                    <a:pt x="31" y="18"/>
                    <a:pt x="10" y="23"/>
                  </a:cubicBezTo>
                  <a:cubicBezTo>
                    <a:pt x="0" y="16"/>
                    <a:pt x="4" y="3"/>
                    <a:pt x="16" y="0"/>
                  </a:cubicBezTo>
                  <a:close/>
                </a:path>
              </a:pathLst>
            </a:custGeom>
            <a:grpFill/>
            <a:ln>
              <a:noFill/>
            </a:ln>
          </p:spPr>
        </p:sp>
        <p:sp>
          <p:nvSpPr>
            <p:cNvPr id="13" name="Freeform 20">
              <a:extLst>
                <a:ext uri="{FF2B5EF4-FFF2-40B4-BE49-F238E27FC236}">
                  <a16:creationId xmlns:a16="http://schemas.microsoft.com/office/drawing/2014/main" id="{A25CA59C-849F-4CE4-A9B0-293F98DE2C7C}"/>
                </a:ext>
              </a:extLst>
            </p:cNvPr>
            <p:cNvSpPr/>
            <p:nvPr/>
          </p:nvSpPr>
          <p:spPr bwMode="auto">
            <a:xfrm rot="5400000">
              <a:off x="11414629" y="2272420"/>
              <a:ext cx="128495" cy="78339"/>
            </a:xfrm>
            <a:custGeom>
              <a:avLst/>
              <a:gdLst/>
              <a:ahLst/>
              <a:cxnLst/>
              <a:rect l="0" t="0" r="r" b="b"/>
              <a:pathLst>
                <a:path w="39" h="26">
                  <a:moveTo>
                    <a:pt x="24" y="0"/>
                  </a:moveTo>
                  <a:cubicBezTo>
                    <a:pt x="39" y="3"/>
                    <a:pt x="36" y="26"/>
                    <a:pt x="20" y="26"/>
                  </a:cubicBezTo>
                  <a:cubicBezTo>
                    <a:pt x="0" y="18"/>
                    <a:pt x="3" y="3"/>
                    <a:pt x="24" y="0"/>
                  </a:cubicBezTo>
                  <a:close/>
                </a:path>
              </a:pathLst>
            </a:custGeom>
            <a:grpFill/>
            <a:ln>
              <a:noFill/>
            </a:ln>
          </p:spPr>
        </p:sp>
        <p:sp>
          <p:nvSpPr>
            <p:cNvPr id="14" name="Freeform 22">
              <a:extLst>
                <a:ext uri="{FF2B5EF4-FFF2-40B4-BE49-F238E27FC236}">
                  <a16:creationId xmlns:a16="http://schemas.microsoft.com/office/drawing/2014/main" id="{FE000DB1-AAA1-4BFF-8F14-53624C2F9E0B}"/>
                </a:ext>
              </a:extLst>
            </p:cNvPr>
            <p:cNvSpPr/>
            <p:nvPr/>
          </p:nvSpPr>
          <p:spPr bwMode="auto">
            <a:xfrm rot="5400000">
              <a:off x="11426398" y="1049544"/>
              <a:ext cx="150648" cy="99554"/>
            </a:xfrm>
            <a:custGeom>
              <a:avLst/>
              <a:gdLst/>
              <a:ahLst/>
              <a:cxnLst/>
              <a:rect l="0" t="0" r="r" b="b"/>
              <a:pathLst>
                <a:path w="46" h="33">
                  <a:moveTo>
                    <a:pt x="26" y="0"/>
                  </a:moveTo>
                  <a:cubicBezTo>
                    <a:pt x="29" y="0"/>
                    <a:pt x="46" y="16"/>
                    <a:pt x="38" y="22"/>
                  </a:cubicBezTo>
                  <a:cubicBezTo>
                    <a:pt x="16" y="33"/>
                    <a:pt x="0" y="5"/>
                    <a:pt x="26" y="0"/>
                  </a:cubicBezTo>
                  <a:close/>
                </a:path>
              </a:pathLst>
            </a:custGeom>
            <a:grpFill/>
            <a:ln>
              <a:noFill/>
            </a:ln>
          </p:spPr>
        </p:sp>
        <p:sp>
          <p:nvSpPr>
            <p:cNvPr id="15" name="Freeform 23">
              <a:extLst>
                <a:ext uri="{FF2B5EF4-FFF2-40B4-BE49-F238E27FC236}">
                  <a16:creationId xmlns:a16="http://schemas.microsoft.com/office/drawing/2014/main" id="{5EEFBC14-7E5B-47B2-B5E3-E90991F89191}"/>
                </a:ext>
              </a:extLst>
            </p:cNvPr>
            <p:cNvSpPr/>
            <p:nvPr/>
          </p:nvSpPr>
          <p:spPr bwMode="auto">
            <a:xfrm rot="5400000">
              <a:off x="11440085" y="836978"/>
              <a:ext cx="134697" cy="81603"/>
            </a:xfrm>
            <a:custGeom>
              <a:avLst/>
              <a:gdLst/>
              <a:ahLst/>
              <a:cxnLst/>
              <a:rect l="0" t="0" r="r" b="b"/>
              <a:pathLst>
                <a:path w="41" h="27">
                  <a:moveTo>
                    <a:pt x="19" y="0"/>
                  </a:moveTo>
                  <a:cubicBezTo>
                    <a:pt x="41" y="10"/>
                    <a:pt x="28" y="27"/>
                    <a:pt x="8" y="20"/>
                  </a:cubicBezTo>
                  <a:cubicBezTo>
                    <a:pt x="0" y="8"/>
                    <a:pt x="7" y="2"/>
                    <a:pt x="19" y="0"/>
                  </a:cubicBezTo>
                  <a:close/>
                </a:path>
              </a:pathLst>
            </a:custGeom>
            <a:grpFill/>
            <a:ln>
              <a:noFill/>
            </a:ln>
          </p:spPr>
        </p:sp>
        <p:sp>
          <p:nvSpPr>
            <p:cNvPr id="16" name="Freeform 26">
              <a:extLst>
                <a:ext uri="{FF2B5EF4-FFF2-40B4-BE49-F238E27FC236}">
                  <a16:creationId xmlns:a16="http://schemas.microsoft.com/office/drawing/2014/main" id="{00AFF6E4-A34A-4FD3-8C57-BB96114822D1}"/>
                </a:ext>
              </a:extLst>
            </p:cNvPr>
            <p:cNvSpPr/>
            <p:nvPr/>
          </p:nvSpPr>
          <p:spPr bwMode="auto">
            <a:xfrm rot="5400000">
              <a:off x="11427309" y="1320685"/>
              <a:ext cx="127608" cy="78339"/>
            </a:xfrm>
            <a:custGeom>
              <a:avLst/>
              <a:gdLst/>
              <a:ahLst/>
              <a:cxnLst/>
              <a:rect l="0" t="0" r="r" b="b"/>
              <a:pathLst>
                <a:path w="39" h="26">
                  <a:moveTo>
                    <a:pt x="24" y="0"/>
                  </a:moveTo>
                  <a:cubicBezTo>
                    <a:pt x="39" y="2"/>
                    <a:pt x="36" y="26"/>
                    <a:pt x="20" y="25"/>
                  </a:cubicBezTo>
                  <a:cubicBezTo>
                    <a:pt x="0" y="18"/>
                    <a:pt x="3" y="3"/>
                    <a:pt x="24" y="0"/>
                  </a:cubicBezTo>
                  <a:close/>
                </a:path>
              </a:pathLst>
            </a:custGeom>
            <a:grpFill/>
            <a:ln>
              <a:noFill/>
            </a:ln>
          </p:spPr>
        </p:sp>
        <p:sp>
          <p:nvSpPr>
            <p:cNvPr id="17" name="Freeform 27">
              <a:extLst>
                <a:ext uri="{FF2B5EF4-FFF2-40B4-BE49-F238E27FC236}">
                  <a16:creationId xmlns:a16="http://schemas.microsoft.com/office/drawing/2014/main" id="{C63A8474-C075-4441-A0B3-52286EA50093}"/>
                </a:ext>
              </a:extLst>
            </p:cNvPr>
            <p:cNvSpPr/>
            <p:nvPr/>
          </p:nvSpPr>
          <p:spPr bwMode="auto">
            <a:xfrm rot="5400000">
              <a:off x="11407470" y="1778440"/>
              <a:ext cx="131153" cy="93843"/>
            </a:xfrm>
            <a:custGeom>
              <a:avLst/>
              <a:gdLst/>
              <a:ahLst/>
              <a:cxnLst/>
              <a:rect l="0" t="0" r="r" b="b"/>
              <a:pathLst>
                <a:path w="40" h="31">
                  <a:moveTo>
                    <a:pt x="22" y="0"/>
                  </a:moveTo>
                  <a:cubicBezTo>
                    <a:pt x="39" y="3"/>
                    <a:pt x="40" y="31"/>
                    <a:pt x="16" y="25"/>
                  </a:cubicBezTo>
                  <a:cubicBezTo>
                    <a:pt x="0" y="7"/>
                    <a:pt x="13" y="4"/>
                    <a:pt x="22" y="0"/>
                  </a:cubicBezTo>
                  <a:close/>
                </a:path>
              </a:pathLst>
            </a:custGeom>
            <a:grpFill/>
            <a:ln>
              <a:noFill/>
            </a:ln>
          </p:spPr>
        </p:sp>
        <p:sp>
          <p:nvSpPr>
            <p:cNvPr id="18" name="Freeform 28">
              <a:extLst>
                <a:ext uri="{FF2B5EF4-FFF2-40B4-BE49-F238E27FC236}">
                  <a16:creationId xmlns:a16="http://schemas.microsoft.com/office/drawing/2014/main" id="{35DA4698-A2ED-4512-8887-F12D3F14372A}"/>
                </a:ext>
              </a:extLst>
            </p:cNvPr>
            <p:cNvSpPr/>
            <p:nvPr/>
          </p:nvSpPr>
          <p:spPr bwMode="auto">
            <a:xfrm rot="5400000">
              <a:off x="11404869" y="1535195"/>
              <a:ext cx="127608" cy="69362"/>
            </a:xfrm>
            <a:custGeom>
              <a:avLst/>
              <a:gdLst/>
              <a:ahLst/>
              <a:cxnLst/>
              <a:rect l="0" t="0" r="r" b="b"/>
              <a:pathLst>
                <a:path w="39" h="23">
                  <a:moveTo>
                    <a:pt x="16" y="0"/>
                  </a:moveTo>
                  <a:cubicBezTo>
                    <a:pt x="39" y="7"/>
                    <a:pt x="31" y="17"/>
                    <a:pt x="11" y="23"/>
                  </a:cubicBezTo>
                  <a:cubicBezTo>
                    <a:pt x="0" y="16"/>
                    <a:pt x="4" y="2"/>
                    <a:pt x="16" y="0"/>
                  </a:cubicBezTo>
                  <a:close/>
                </a:path>
              </a:pathLst>
            </a:custGeom>
            <a:grpFill/>
            <a:ln>
              <a:noFill/>
            </a:ln>
          </p:spPr>
        </p:sp>
        <p:sp>
          <p:nvSpPr>
            <p:cNvPr id="19" name="Freeform 30">
              <a:extLst>
                <a:ext uri="{FF2B5EF4-FFF2-40B4-BE49-F238E27FC236}">
                  <a16:creationId xmlns:a16="http://schemas.microsoft.com/office/drawing/2014/main" id="{3358E118-D590-4E50-B21C-6CDAA1CCAFCB}"/>
                </a:ext>
              </a:extLst>
            </p:cNvPr>
            <p:cNvSpPr/>
            <p:nvPr/>
          </p:nvSpPr>
          <p:spPr bwMode="auto">
            <a:xfrm rot="5400000">
              <a:off x="11480119" y="1078297"/>
              <a:ext cx="9748" cy="5712"/>
            </a:xfrm>
            <a:custGeom>
              <a:avLst/>
              <a:gdLst/>
              <a:ahLst/>
              <a:cxnLst/>
              <a:rect l="0" t="0" r="r" b="b"/>
              <a:pathLst>
                <a:path w="3" h="2">
                  <a:moveTo>
                    <a:pt x="1" y="0"/>
                  </a:moveTo>
                  <a:cubicBezTo>
                    <a:pt x="2" y="1"/>
                    <a:pt x="3" y="2"/>
                    <a:pt x="2" y="2"/>
                  </a:cubicBezTo>
                  <a:cubicBezTo>
                    <a:pt x="1" y="2"/>
                    <a:pt x="0" y="1"/>
                    <a:pt x="1" y="0"/>
                  </a:cubicBezTo>
                  <a:close/>
                </a:path>
              </a:pathLst>
            </a:custGeom>
            <a:grpFill/>
            <a:ln>
              <a:noFill/>
            </a:ln>
          </p:spPr>
        </p:sp>
        <p:sp>
          <p:nvSpPr>
            <p:cNvPr id="20" name="Freeform 43">
              <a:extLst>
                <a:ext uri="{FF2B5EF4-FFF2-40B4-BE49-F238E27FC236}">
                  <a16:creationId xmlns:a16="http://schemas.microsoft.com/office/drawing/2014/main" id="{F1EE889E-60FF-423F-ADCB-6CBEE853A040}"/>
                </a:ext>
              </a:extLst>
            </p:cNvPr>
            <p:cNvSpPr/>
            <p:nvPr/>
          </p:nvSpPr>
          <p:spPr bwMode="auto">
            <a:xfrm rot="5400000">
              <a:off x="11194111" y="860614"/>
              <a:ext cx="143559" cy="75075"/>
            </a:xfrm>
            <a:custGeom>
              <a:avLst/>
              <a:gdLst/>
              <a:ahLst/>
              <a:cxnLst/>
              <a:rect l="0" t="0" r="r" b="b"/>
              <a:pathLst>
                <a:path w="44" h="25">
                  <a:moveTo>
                    <a:pt x="28" y="0"/>
                  </a:moveTo>
                  <a:cubicBezTo>
                    <a:pt x="44" y="2"/>
                    <a:pt x="38" y="22"/>
                    <a:pt x="25" y="25"/>
                  </a:cubicBezTo>
                  <a:cubicBezTo>
                    <a:pt x="0" y="25"/>
                    <a:pt x="9" y="5"/>
                    <a:pt x="28" y="0"/>
                  </a:cubicBezTo>
                  <a:close/>
                </a:path>
              </a:pathLst>
            </a:custGeom>
            <a:grpFill/>
            <a:ln>
              <a:noFill/>
            </a:ln>
          </p:spPr>
        </p:sp>
        <p:sp>
          <p:nvSpPr>
            <p:cNvPr id="21" name="Freeform 51">
              <a:extLst>
                <a:ext uri="{FF2B5EF4-FFF2-40B4-BE49-F238E27FC236}">
                  <a16:creationId xmlns:a16="http://schemas.microsoft.com/office/drawing/2014/main" id="{A4AA0634-0A7C-4A35-8EB7-775200F129FD}"/>
                </a:ext>
              </a:extLst>
            </p:cNvPr>
            <p:cNvSpPr/>
            <p:nvPr/>
          </p:nvSpPr>
          <p:spPr bwMode="auto">
            <a:xfrm rot="5400000">
              <a:off x="11167080" y="1015030"/>
              <a:ext cx="115202" cy="90579"/>
            </a:xfrm>
            <a:custGeom>
              <a:avLst/>
              <a:gdLst/>
              <a:ahLst/>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sp>
        <p:sp>
          <p:nvSpPr>
            <p:cNvPr id="22" name="Freeform 52">
              <a:extLst>
                <a:ext uri="{FF2B5EF4-FFF2-40B4-BE49-F238E27FC236}">
                  <a16:creationId xmlns:a16="http://schemas.microsoft.com/office/drawing/2014/main" id="{EBA21558-CAC3-445C-8882-5D4A0C6D2A0E}"/>
                </a:ext>
              </a:extLst>
            </p:cNvPr>
            <p:cNvSpPr/>
            <p:nvPr/>
          </p:nvSpPr>
          <p:spPr bwMode="auto">
            <a:xfrm rot="5400000">
              <a:off x="11164085" y="450599"/>
              <a:ext cx="118747" cy="81603"/>
            </a:xfrm>
            <a:custGeom>
              <a:avLst/>
              <a:gdLst/>
              <a:ahLst/>
              <a:cxnLst/>
              <a:rect l="0" t="0" r="r" b="b"/>
              <a:pathLst>
                <a:path w="36" h="27">
                  <a:moveTo>
                    <a:pt x="21" y="0"/>
                  </a:moveTo>
                  <a:cubicBezTo>
                    <a:pt x="33" y="3"/>
                    <a:pt x="36" y="23"/>
                    <a:pt x="22" y="27"/>
                  </a:cubicBezTo>
                  <a:cubicBezTo>
                    <a:pt x="3" y="25"/>
                    <a:pt x="0" y="1"/>
                    <a:pt x="21" y="0"/>
                  </a:cubicBezTo>
                  <a:close/>
                </a:path>
              </a:pathLst>
            </a:custGeom>
            <a:grpFill/>
            <a:ln>
              <a:noFill/>
            </a:ln>
          </p:spPr>
        </p:sp>
        <p:sp>
          <p:nvSpPr>
            <p:cNvPr id="23" name="Freeform 53">
              <a:extLst>
                <a:ext uri="{FF2B5EF4-FFF2-40B4-BE49-F238E27FC236}">
                  <a16:creationId xmlns:a16="http://schemas.microsoft.com/office/drawing/2014/main" id="{2E9415F1-5D31-4C25-9E26-203EEF500877}"/>
                </a:ext>
              </a:extLst>
            </p:cNvPr>
            <p:cNvSpPr/>
            <p:nvPr/>
          </p:nvSpPr>
          <p:spPr bwMode="auto">
            <a:xfrm rot="5400000">
              <a:off x="11155166" y="1253803"/>
              <a:ext cx="127608" cy="79154"/>
            </a:xfrm>
            <a:custGeom>
              <a:avLst/>
              <a:gdLst/>
              <a:ahLst/>
              <a:cxnLst/>
              <a:rect l="0" t="0" r="r" b="b"/>
              <a:pathLst>
                <a:path w="39" h="26">
                  <a:moveTo>
                    <a:pt x="24" y="0"/>
                  </a:moveTo>
                  <a:cubicBezTo>
                    <a:pt x="39" y="3"/>
                    <a:pt x="36" y="26"/>
                    <a:pt x="20" y="26"/>
                  </a:cubicBezTo>
                  <a:cubicBezTo>
                    <a:pt x="0" y="18"/>
                    <a:pt x="3" y="3"/>
                    <a:pt x="24" y="0"/>
                  </a:cubicBezTo>
                  <a:close/>
                </a:path>
              </a:pathLst>
            </a:custGeom>
            <a:grpFill/>
            <a:ln>
              <a:noFill/>
            </a:ln>
          </p:spPr>
        </p:sp>
        <p:sp>
          <p:nvSpPr>
            <p:cNvPr id="24" name="Freeform 54">
              <a:extLst>
                <a:ext uri="{FF2B5EF4-FFF2-40B4-BE49-F238E27FC236}">
                  <a16:creationId xmlns:a16="http://schemas.microsoft.com/office/drawing/2014/main" id="{622FC1F6-879A-45BA-8752-08020C39CE29}"/>
                </a:ext>
              </a:extLst>
            </p:cNvPr>
            <p:cNvSpPr/>
            <p:nvPr/>
          </p:nvSpPr>
          <p:spPr bwMode="auto">
            <a:xfrm rot="5400000">
              <a:off x="11141013" y="614227"/>
              <a:ext cx="134697" cy="105266"/>
            </a:xfrm>
            <a:custGeom>
              <a:avLst/>
              <a:gdLst/>
              <a:ahLst/>
              <a:cxnLst/>
              <a:rect l="0" t="0" r="r" b="b"/>
              <a:pathLst>
                <a:path w="41" h="35">
                  <a:moveTo>
                    <a:pt x="28" y="2"/>
                  </a:moveTo>
                  <a:cubicBezTo>
                    <a:pt x="37" y="0"/>
                    <a:pt x="41" y="13"/>
                    <a:pt x="40" y="21"/>
                  </a:cubicBezTo>
                  <a:cubicBezTo>
                    <a:pt x="22" y="35"/>
                    <a:pt x="0" y="10"/>
                    <a:pt x="28" y="2"/>
                  </a:cubicBezTo>
                  <a:close/>
                </a:path>
              </a:pathLst>
            </a:custGeom>
            <a:grpFill/>
            <a:ln>
              <a:noFill/>
            </a:ln>
          </p:spPr>
        </p:sp>
        <p:sp>
          <p:nvSpPr>
            <p:cNvPr id="25" name="Freeform 55">
              <a:extLst>
                <a:ext uri="{FF2B5EF4-FFF2-40B4-BE49-F238E27FC236}">
                  <a16:creationId xmlns:a16="http://schemas.microsoft.com/office/drawing/2014/main" id="{BA09826C-58E2-48C5-9666-333326C2CA44}"/>
                </a:ext>
              </a:extLst>
            </p:cNvPr>
            <p:cNvSpPr/>
            <p:nvPr/>
          </p:nvSpPr>
          <p:spPr bwMode="auto">
            <a:xfrm rot="5400000">
              <a:off x="11155026" y="1463404"/>
              <a:ext cx="131153" cy="69362"/>
            </a:xfrm>
            <a:custGeom>
              <a:avLst/>
              <a:gdLst/>
              <a:ahLst/>
              <a:cxnLst/>
              <a:rect l="0" t="0" r="r" b="b"/>
              <a:pathLst>
                <a:path w="40" h="23">
                  <a:moveTo>
                    <a:pt x="24" y="0"/>
                  </a:moveTo>
                  <a:cubicBezTo>
                    <a:pt x="40" y="0"/>
                    <a:pt x="38" y="20"/>
                    <a:pt x="25" y="23"/>
                  </a:cubicBezTo>
                  <a:cubicBezTo>
                    <a:pt x="0" y="22"/>
                    <a:pt x="6" y="3"/>
                    <a:pt x="24" y="0"/>
                  </a:cubicBezTo>
                  <a:close/>
                </a:path>
              </a:pathLst>
            </a:custGeom>
            <a:grpFill/>
            <a:ln>
              <a:noFill/>
            </a:ln>
          </p:spPr>
        </p:sp>
        <p:sp>
          <p:nvSpPr>
            <p:cNvPr id="26" name="Freeform 56">
              <a:extLst>
                <a:ext uri="{FF2B5EF4-FFF2-40B4-BE49-F238E27FC236}">
                  <a16:creationId xmlns:a16="http://schemas.microsoft.com/office/drawing/2014/main" id="{A6D3555F-4EA1-4EA7-9D08-2D75CE51927B}"/>
                </a:ext>
              </a:extLst>
            </p:cNvPr>
            <p:cNvSpPr/>
            <p:nvPr/>
          </p:nvSpPr>
          <p:spPr bwMode="auto">
            <a:xfrm rot="5400000">
              <a:off x="11101585" y="2335317"/>
              <a:ext cx="128495" cy="72626"/>
            </a:xfrm>
            <a:custGeom>
              <a:avLst/>
              <a:gdLst/>
              <a:ahLst/>
              <a:cxnLst/>
              <a:rect l="0" t="0" r="r" b="b"/>
              <a:pathLst>
                <a:path w="39" h="24">
                  <a:moveTo>
                    <a:pt x="21" y="0"/>
                  </a:moveTo>
                  <a:cubicBezTo>
                    <a:pt x="37" y="0"/>
                    <a:pt x="39" y="23"/>
                    <a:pt x="22" y="24"/>
                  </a:cubicBezTo>
                  <a:cubicBezTo>
                    <a:pt x="7" y="22"/>
                    <a:pt x="0" y="5"/>
                    <a:pt x="21" y="0"/>
                  </a:cubicBezTo>
                  <a:close/>
                </a:path>
              </a:pathLst>
            </a:custGeom>
            <a:grpFill/>
            <a:ln>
              <a:noFill/>
            </a:ln>
          </p:spPr>
        </p:sp>
        <p:sp>
          <p:nvSpPr>
            <p:cNvPr id="27" name="Freeform 57">
              <a:extLst>
                <a:ext uri="{FF2B5EF4-FFF2-40B4-BE49-F238E27FC236}">
                  <a16:creationId xmlns:a16="http://schemas.microsoft.com/office/drawing/2014/main" id="{60FA20E8-EDAA-4310-B870-97807901AC18}"/>
                </a:ext>
              </a:extLst>
            </p:cNvPr>
            <p:cNvSpPr/>
            <p:nvPr/>
          </p:nvSpPr>
          <p:spPr bwMode="auto">
            <a:xfrm rot="5400000">
              <a:off x="11141175" y="1673149"/>
              <a:ext cx="140901" cy="93843"/>
            </a:xfrm>
            <a:custGeom>
              <a:avLst/>
              <a:gdLst/>
              <a:ahLst/>
              <a:cxnLst/>
              <a:rect l="0" t="0" r="r" b="b"/>
              <a:pathLst>
                <a:path w="43" h="31">
                  <a:moveTo>
                    <a:pt x="27" y="3"/>
                  </a:moveTo>
                  <a:cubicBezTo>
                    <a:pt x="35" y="0"/>
                    <a:pt x="43" y="17"/>
                    <a:pt x="40" y="23"/>
                  </a:cubicBezTo>
                  <a:cubicBezTo>
                    <a:pt x="21" y="31"/>
                    <a:pt x="0" y="15"/>
                    <a:pt x="27" y="3"/>
                  </a:cubicBezTo>
                  <a:close/>
                </a:path>
              </a:pathLst>
            </a:custGeom>
            <a:grpFill/>
            <a:ln>
              <a:noFill/>
            </a:ln>
          </p:spPr>
        </p:sp>
        <p:sp>
          <p:nvSpPr>
            <p:cNvPr id="28" name="Freeform 59">
              <a:extLst>
                <a:ext uri="{FF2B5EF4-FFF2-40B4-BE49-F238E27FC236}">
                  <a16:creationId xmlns:a16="http://schemas.microsoft.com/office/drawing/2014/main" id="{F5552AA2-C2AB-4D59-B6EF-E8E5EE110E52}"/>
                </a:ext>
              </a:extLst>
            </p:cNvPr>
            <p:cNvSpPr/>
            <p:nvPr/>
          </p:nvSpPr>
          <p:spPr bwMode="auto">
            <a:xfrm rot="5400000">
              <a:off x="11120625" y="255502"/>
              <a:ext cx="124063" cy="78339"/>
            </a:xfrm>
            <a:custGeom>
              <a:avLst/>
              <a:gdLst/>
              <a:ahLst/>
              <a:cxnLst/>
              <a:rect l="0" t="0" r="r" b="b"/>
              <a:pathLst>
                <a:path w="38" h="26">
                  <a:moveTo>
                    <a:pt x="22" y="0"/>
                  </a:moveTo>
                  <a:cubicBezTo>
                    <a:pt x="38" y="3"/>
                    <a:pt x="33" y="25"/>
                    <a:pt x="18" y="26"/>
                  </a:cubicBezTo>
                  <a:cubicBezTo>
                    <a:pt x="0" y="20"/>
                    <a:pt x="6" y="3"/>
                    <a:pt x="22" y="0"/>
                  </a:cubicBezTo>
                  <a:close/>
                </a:path>
              </a:pathLst>
            </a:custGeom>
            <a:grpFill/>
            <a:ln>
              <a:noFill/>
            </a:ln>
          </p:spPr>
        </p:sp>
        <p:sp>
          <p:nvSpPr>
            <p:cNvPr id="29" name="Freeform 60">
              <a:extLst>
                <a:ext uri="{FF2B5EF4-FFF2-40B4-BE49-F238E27FC236}">
                  <a16:creationId xmlns:a16="http://schemas.microsoft.com/office/drawing/2014/main" id="{0BA267D0-8F6B-4803-B948-70E29B4587EB}"/>
                </a:ext>
              </a:extLst>
            </p:cNvPr>
            <p:cNvSpPr/>
            <p:nvPr/>
          </p:nvSpPr>
          <p:spPr bwMode="auto">
            <a:xfrm rot="5400000">
              <a:off x="11115856" y="1902943"/>
              <a:ext cx="131153" cy="69362"/>
            </a:xfrm>
            <a:custGeom>
              <a:avLst/>
              <a:gdLst/>
              <a:ahLst/>
              <a:cxnLst/>
              <a:rect l="0" t="0" r="r" b="b"/>
              <a:pathLst>
                <a:path w="40" h="23">
                  <a:moveTo>
                    <a:pt x="24" y="0"/>
                  </a:moveTo>
                  <a:cubicBezTo>
                    <a:pt x="40" y="0"/>
                    <a:pt x="38" y="20"/>
                    <a:pt x="25" y="23"/>
                  </a:cubicBezTo>
                  <a:cubicBezTo>
                    <a:pt x="0" y="22"/>
                    <a:pt x="6" y="4"/>
                    <a:pt x="24" y="0"/>
                  </a:cubicBezTo>
                  <a:close/>
                </a:path>
              </a:pathLst>
            </a:custGeom>
            <a:grpFill/>
            <a:ln>
              <a:noFill/>
            </a:ln>
          </p:spPr>
        </p:sp>
        <p:sp>
          <p:nvSpPr>
            <p:cNvPr id="30" name="Freeform 61">
              <a:extLst>
                <a:ext uri="{FF2B5EF4-FFF2-40B4-BE49-F238E27FC236}">
                  <a16:creationId xmlns:a16="http://schemas.microsoft.com/office/drawing/2014/main" id="{86E372A3-B9F4-4FEE-8B96-D9AD879E214E}"/>
                </a:ext>
              </a:extLst>
            </p:cNvPr>
            <p:cNvSpPr/>
            <p:nvPr/>
          </p:nvSpPr>
          <p:spPr bwMode="auto">
            <a:xfrm rot="5400000">
              <a:off x="11082153" y="2137303"/>
              <a:ext cx="137356" cy="99554"/>
            </a:xfrm>
            <a:custGeom>
              <a:avLst/>
              <a:gdLst/>
              <a:ahLst/>
              <a:cxnLst/>
              <a:rect l="0" t="0" r="r" b="b"/>
              <a:pathLst>
                <a:path w="42" h="33">
                  <a:moveTo>
                    <a:pt x="25" y="1"/>
                  </a:moveTo>
                  <a:cubicBezTo>
                    <a:pt x="42" y="14"/>
                    <a:pt x="15" y="33"/>
                    <a:pt x="4" y="19"/>
                  </a:cubicBezTo>
                  <a:cubicBezTo>
                    <a:pt x="0" y="5"/>
                    <a:pt x="16" y="0"/>
                    <a:pt x="25" y="1"/>
                  </a:cubicBezTo>
                  <a:close/>
                </a:path>
              </a:pathLst>
            </a:custGeom>
            <a:grpFill/>
            <a:ln>
              <a:noFill/>
            </a:ln>
          </p:spPr>
        </p:sp>
        <p:sp>
          <p:nvSpPr>
            <p:cNvPr id="31" name="Freeform 5">
              <a:extLst>
                <a:ext uri="{FF2B5EF4-FFF2-40B4-BE49-F238E27FC236}">
                  <a16:creationId xmlns:a16="http://schemas.microsoft.com/office/drawing/2014/main" id="{FF0C4564-5DA6-4224-A8B7-85CE1323DE8F}"/>
                </a:ext>
              </a:extLst>
            </p:cNvPr>
            <p:cNvSpPr/>
            <p:nvPr/>
          </p:nvSpPr>
          <p:spPr bwMode="auto">
            <a:xfrm rot="5400000">
              <a:off x="11410824" y="2818299"/>
              <a:ext cx="121406" cy="81603"/>
            </a:xfrm>
            <a:custGeom>
              <a:avLst/>
              <a:gdLst/>
              <a:ahLst/>
              <a:cxnLst/>
              <a:rect l="0" t="0" r="r" b="b"/>
              <a:pathLst>
                <a:path w="37" h="27">
                  <a:moveTo>
                    <a:pt x="20" y="1"/>
                  </a:moveTo>
                  <a:cubicBezTo>
                    <a:pt x="31" y="1"/>
                    <a:pt x="37" y="24"/>
                    <a:pt x="22" y="27"/>
                  </a:cubicBezTo>
                  <a:cubicBezTo>
                    <a:pt x="2" y="27"/>
                    <a:pt x="0" y="0"/>
                    <a:pt x="20" y="1"/>
                  </a:cubicBezTo>
                  <a:close/>
                </a:path>
              </a:pathLst>
            </a:custGeom>
            <a:grpFill/>
            <a:ln>
              <a:noFill/>
            </a:ln>
          </p:spPr>
        </p:sp>
        <p:sp>
          <p:nvSpPr>
            <p:cNvPr id="32" name="Freeform 6">
              <a:extLst>
                <a:ext uri="{FF2B5EF4-FFF2-40B4-BE49-F238E27FC236}">
                  <a16:creationId xmlns:a16="http://schemas.microsoft.com/office/drawing/2014/main" id="{19F31D0D-C43D-4BB0-A13C-9524B84117D4}"/>
                </a:ext>
              </a:extLst>
            </p:cNvPr>
            <p:cNvSpPr/>
            <p:nvPr/>
          </p:nvSpPr>
          <p:spPr bwMode="auto">
            <a:xfrm rot="5400000">
              <a:off x="11391700" y="5088176"/>
              <a:ext cx="124063" cy="87315"/>
            </a:xfrm>
            <a:custGeom>
              <a:avLst/>
              <a:gdLst/>
              <a:ahLst/>
              <a:cxnLst/>
              <a:rect l="0" t="0" r="r" b="b"/>
              <a:pathLst>
                <a:path w="38" h="29">
                  <a:moveTo>
                    <a:pt x="12" y="3"/>
                  </a:moveTo>
                  <a:cubicBezTo>
                    <a:pt x="34" y="0"/>
                    <a:pt x="38" y="26"/>
                    <a:pt x="15" y="29"/>
                  </a:cubicBezTo>
                  <a:cubicBezTo>
                    <a:pt x="4" y="23"/>
                    <a:pt x="0" y="9"/>
                    <a:pt x="12" y="3"/>
                  </a:cubicBezTo>
                  <a:close/>
                </a:path>
              </a:pathLst>
            </a:custGeom>
            <a:grpFill/>
            <a:ln>
              <a:noFill/>
            </a:ln>
          </p:spPr>
        </p:sp>
        <p:sp>
          <p:nvSpPr>
            <p:cNvPr id="33" name="Freeform 7">
              <a:extLst>
                <a:ext uri="{FF2B5EF4-FFF2-40B4-BE49-F238E27FC236}">
                  <a16:creationId xmlns:a16="http://schemas.microsoft.com/office/drawing/2014/main" id="{6B32FB03-B0FE-4731-BE41-C59AFB49FBF5}"/>
                </a:ext>
              </a:extLst>
            </p:cNvPr>
            <p:cNvSpPr/>
            <p:nvPr/>
          </p:nvSpPr>
          <p:spPr bwMode="auto">
            <a:xfrm rot="5400000">
              <a:off x="11371127" y="2531128"/>
              <a:ext cx="138242" cy="100371"/>
            </a:xfrm>
            <a:custGeom>
              <a:avLst/>
              <a:gdLst/>
              <a:ahLst/>
              <a:cxnLst/>
              <a:rect l="0" t="0" r="r" b="b"/>
              <a:pathLst>
                <a:path w="42" h="33">
                  <a:moveTo>
                    <a:pt x="25" y="1"/>
                  </a:moveTo>
                  <a:cubicBezTo>
                    <a:pt x="42" y="14"/>
                    <a:pt x="15" y="33"/>
                    <a:pt x="4" y="19"/>
                  </a:cubicBezTo>
                  <a:cubicBezTo>
                    <a:pt x="0" y="6"/>
                    <a:pt x="15" y="0"/>
                    <a:pt x="25" y="1"/>
                  </a:cubicBezTo>
                  <a:close/>
                </a:path>
              </a:pathLst>
            </a:custGeom>
            <a:grpFill/>
            <a:ln>
              <a:noFill/>
            </a:ln>
          </p:spPr>
        </p:sp>
        <p:sp>
          <p:nvSpPr>
            <p:cNvPr id="34" name="Freeform 8">
              <a:extLst>
                <a:ext uri="{FF2B5EF4-FFF2-40B4-BE49-F238E27FC236}">
                  <a16:creationId xmlns:a16="http://schemas.microsoft.com/office/drawing/2014/main" id="{BDD5B6F0-1E17-4DCD-AE5F-ED8C48892FEF}"/>
                </a:ext>
              </a:extLst>
            </p:cNvPr>
            <p:cNvSpPr/>
            <p:nvPr/>
          </p:nvSpPr>
          <p:spPr bwMode="auto">
            <a:xfrm rot="5400000">
              <a:off x="11401349" y="4735882"/>
              <a:ext cx="131153" cy="88130"/>
            </a:xfrm>
            <a:custGeom>
              <a:avLst/>
              <a:gdLst/>
              <a:ahLst/>
              <a:cxnLst/>
              <a:rect l="0" t="0" r="r" b="b"/>
              <a:pathLst>
                <a:path w="40" h="29">
                  <a:moveTo>
                    <a:pt x="26" y="0"/>
                  </a:moveTo>
                  <a:cubicBezTo>
                    <a:pt x="34" y="0"/>
                    <a:pt x="40" y="10"/>
                    <a:pt x="39" y="20"/>
                  </a:cubicBezTo>
                  <a:cubicBezTo>
                    <a:pt x="17" y="29"/>
                    <a:pt x="0" y="10"/>
                    <a:pt x="26" y="0"/>
                  </a:cubicBezTo>
                  <a:close/>
                </a:path>
              </a:pathLst>
            </a:custGeom>
            <a:grpFill/>
            <a:ln>
              <a:noFill/>
            </a:ln>
          </p:spPr>
        </p:sp>
        <p:sp>
          <p:nvSpPr>
            <p:cNvPr id="35" name="Freeform 9">
              <a:extLst>
                <a:ext uri="{FF2B5EF4-FFF2-40B4-BE49-F238E27FC236}">
                  <a16:creationId xmlns:a16="http://schemas.microsoft.com/office/drawing/2014/main" id="{0290BE17-E89B-4AF9-B3F6-AF4884D52467}"/>
                </a:ext>
              </a:extLst>
            </p:cNvPr>
            <p:cNvSpPr/>
            <p:nvPr/>
          </p:nvSpPr>
          <p:spPr bwMode="auto">
            <a:xfrm rot="5400000">
              <a:off x="11409487" y="4455410"/>
              <a:ext cx="121406" cy="88130"/>
            </a:xfrm>
            <a:custGeom>
              <a:avLst/>
              <a:gdLst/>
              <a:ahLst/>
              <a:cxnLst/>
              <a:rect l="0" t="0" r="r" b="b"/>
              <a:pathLst>
                <a:path w="37" h="29">
                  <a:moveTo>
                    <a:pt x="18" y="4"/>
                  </a:moveTo>
                  <a:cubicBezTo>
                    <a:pt x="35" y="0"/>
                    <a:pt x="37" y="28"/>
                    <a:pt x="22" y="29"/>
                  </a:cubicBezTo>
                  <a:cubicBezTo>
                    <a:pt x="7" y="28"/>
                    <a:pt x="0" y="14"/>
                    <a:pt x="18" y="4"/>
                  </a:cubicBezTo>
                  <a:close/>
                </a:path>
              </a:pathLst>
            </a:custGeom>
            <a:grpFill/>
            <a:ln>
              <a:noFill/>
            </a:ln>
          </p:spPr>
        </p:sp>
        <p:sp>
          <p:nvSpPr>
            <p:cNvPr id="36" name="Freeform 11">
              <a:extLst>
                <a:ext uri="{FF2B5EF4-FFF2-40B4-BE49-F238E27FC236}">
                  <a16:creationId xmlns:a16="http://schemas.microsoft.com/office/drawing/2014/main" id="{85F63089-F77F-4F02-8417-AAC1847FBCA7}"/>
                </a:ext>
              </a:extLst>
            </p:cNvPr>
            <p:cNvSpPr/>
            <p:nvPr/>
          </p:nvSpPr>
          <p:spPr bwMode="auto">
            <a:xfrm rot="5400000">
              <a:off x="11369848" y="4194178"/>
              <a:ext cx="143559" cy="102819"/>
            </a:xfrm>
            <a:custGeom>
              <a:avLst/>
              <a:gdLst/>
              <a:ahLst/>
              <a:cxnLst/>
              <a:rect l="0" t="0" r="r" b="b"/>
              <a:pathLst>
                <a:path w="44" h="34">
                  <a:moveTo>
                    <a:pt x="31" y="1"/>
                  </a:moveTo>
                  <a:cubicBezTo>
                    <a:pt x="39" y="0"/>
                    <a:pt x="44" y="12"/>
                    <a:pt x="42" y="19"/>
                  </a:cubicBezTo>
                  <a:cubicBezTo>
                    <a:pt x="25" y="34"/>
                    <a:pt x="0" y="8"/>
                    <a:pt x="31" y="1"/>
                  </a:cubicBezTo>
                  <a:close/>
                </a:path>
              </a:pathLst>
            </a:custGeom>
            <a:grpFill/>
            <a:ln>
              <a:noFill/>
            </a:ln>
          </p:spPr>
        </p:sp>
        <p:sp>
          <p:nvSpPr>
            <p:cNvPr id="37" name="Freeform 12">
              <a:extLst>
                <a:ext uri="{FF2B5EF4-FFF2-40B4-BE49-F238E27FC236}">
                  <a16:creationId xmlns:a16="http://schemas.microsoft.com/office/drawing/2014/main" id="{7B01CD5E-570F-4CBF-9904-94F30D928C54}"/>
                </a:ext>
              </a:extLst>
            </p:cNvPr>
            <p:cNvSpPr/>
            <p:nvPr/>
          </p:nvSpPr>
          <p:spPr bwMode="auto">
            <a:xfrm rot="5400000">
              <a:off x="11381624" y="3691697"/>
              <a:ext cx="134697" cy="81603"/>
            </a:xfrm>
            <a:custGeom>
              <a:avLst/>
              <a:gdLst/>
              <a:ahLst/>
              <a:cxnLst/>
              <a:rect l="0" t="0" r="r" b="b"/>
              <a:pathLst>
                <a:path w="41" h="27">
                  <a:moveTo>
                    <a:pt x="22" y="0"/>
                  </a:moveTo>
                  <a:cubicBezTo>
                    <a:pt x="41" y="12"/>
                    <a:pt x="24" y="27"/>
                    <a:pt x="8" y="20"/>
                  </a:cubicBezTo>
                  <a:cubicBezTo>
                    <a:pt x="0" y="7"/>
                    <a:pt x="8" y="0"/>
                    <a:pt x="22" y="0"/>
                  </a:cubicBezTo>
                  <a:close/>
                </a:path>
              </a:pathLst>
            </a:custGeom>
            <a:grpFill/>
            <a:ln>
              <a:noFill/>
            </a:ln>
          </p:spPr>
        </p:sp>
        <p:sp>
          <p:nvSpPr>
            <p:cNvPr id="38" name="Freeform 13">
              <a:extLst>
                <a:ext uri="{FF2B5EF4-FFF2-40B4-BE49-F238E27FC236}">
                  <a16:creationId xmlns:a16="http://schemas.microsoft.com/office/drawing/2014/main" id="{7EE6A672-2915-4B03-99A9-9364D5F1521E}"/>
                </a:ext>
              </a:extLst>
            </p:cNvPr>
            <p:cNvSpPr/>
            <p:nvPr/>
          </p:nvSpPr>
          <p:spPr bwMode="auto">
            <a:xfrm rot="5400000">
              <a:off x="11417787" y="3075050"/>
              <a:ext cx="124951" cy="69362"/>
            </a:xfrm>
            <a:custGeom>
              <a:avLst/>
              <a:gdLst/>
              <a:ahLst/>
              <a:cxnLst/>
              <a:rect l="0" t="0" r="r" b="b"/>
              <a:pathLst>
                <a:path w="38" h="23">
                  <a:moveTo>
                    <a:pt x="26" y="0"/>
                  </a:moveTo>
                  <a:cubicBezTo>
                    <a:pt x="38" y="0"/>
                    <a:pt x="37" y="20"/>
                    <a:pt x="25" y="23"/>
                  </a:cubicBezTo>
                  <a:cubicBezTo>
                    <a:pt x="0" y="23"/>
                    <a:pt x="5" y="1"/>
                    <a:pt x="26" y="0"/>
                  </a:cubicBezTo>
                  <a:close/>
                </a:path>
              </a:pathLst>
            </a:custGeom>
            <a:grpFill/>
            <a:ln>
              <a:noFill/>
            </a:ln>
          </p:spPr>
        </p:sp>
        <p:sp>
          <p:nvSpPr>
            <p:cNvPr id="39" name="Freeform 14">
              <a:extLst>
                <a:ext uri="{FF2B5EF4-FFF2-40B4-BE49-F238E27FC236}">
                  <a16:creationId xmlns:a16="http://schemas.microsoft.com/office/drawing/2014/main" id="{2136B643-14E1-443A-BC1C-06ADAE65C30F}"/>
                </a:ext>
              </a:extLst>
            </p:cNvPr>
            <p:cNvSpPr/>
            <p:nvPr/>
          </p:nvSpPr>
          <p:spPr bwMode="auto">
            <a:xfrm rot="5400000">
              <a:off x="11376729" y="3335597"/>
              <a:ext cx="134697" cy="84866"/>
            </a:xfrm>
            <a:custGeom>
              <a:avLst/>
              <a:gdLst/>
              <a:ahLst/>
              <a:cxnLst/>
              <a:rect l="0" t="0" r="r" b="b"/>
              <a:pathLst>
                <a:path w="41" h="28">
                  <a:moveTo>
                    <a:pt x="26" y="1"/>
                  </a:moveTo>
                  <a:cubicBezTo>
                    <a:pt x="34" y="0"/>
                    <a:pt x="41" y="12"/>
                    <a:pt x="39" y="20"/>
                  </a:cubicBezTo>
                  <a:cubicBezTo>
                    <a:pt x="17" y="28"/>
                    <a:pt x="0" y="12"/>
                    <a:pt x="26" y="1"/>
                  </a:cubicBezTo>
                  <a:close/>
                </a:path>
              </a:pathLst>
            </a:custGeom>
            <a:grpFill/>
            <a:ln>
              <a:noFill/>
            </a:ln>
          </p:spPr>
        </p:sp>
        <p:sp>
          <p:nvSpPr>
            <p:cNvPr id="40" name="Freeform 16">
              <a:extLst>
                <a:ext uri="{FF2B5EF4-FFF2-40B4-BE49-F238E27FC236}">
                  <a16:creationId xmlns:a16="http://schemas.microsoft.com/office/drawing/2014/main" id="{867FA393-4F37-4E1A-870B-F96775FAB7E8}"/>
                </a:ext>
              </a:extLst>
            </p:cNvPr>
            <p:cNvSpPr/>
            <p:nvPr/>
          </p:nvSpPr>
          <p:spPr bwMode="auto">
            <a:xfrm rot="5400000">
              <a:off x="11360464" y="3934729"/>
              <a:ext cx="143559" cy="97107"/>
            </a:xfrm>
            <a:custGeom>
              <a:avLst/>
              <a:gdLst/>
              <a:ahLst/>
              <a:cxnLst/>
              <a:rect l="0" t="0" r="r" b="b"/>
              <a:pathLst>
                <a:path w="44" h="32">
                  <a:moveTo>
                    <a:pt x="31" y="1"/>
                  </a:moveTo>
                  <a:cubicBezTo>
                    <a:pt x="40" y="0"/>
                    <a:pt x="44" y="8"/>
                    <a:pt x="43" y="15"/>
                  </a:cubicBezTo>
                  <a:cubicBezTo>
                    <a:pt x="29" y="32"/>
                    <a:pt x="0" y="6"/>
                    <a:pt x="31" y="1"/>
                  </a:cubicBezTo>
                  <a:close/>
                </a:path>
              </a:pathLst>
            </a:custGeom>
            <a:grpFill/>
            <a:ln>
              <a:noFill/>
            </a:ln>
          </p:spPr>
        </p:sp>
        <p:sp>
          <p:nvSpPr>
            <p:cNvPr id="41" name="Freeform 17">
              <a:extLst>
                <a:ext uri="{FF2B5EF4-FFF2-40B4-BE49-F238E27FC236}">
                  <a16:creationId xmlns:a16="http://schemas.microsoft.com/office/drawing/2014/main" id="{E225A1BE-FAD2-4764-A7E4-A6DA07D0573B}"/>
                </a:ext>
              </a:extLst>
            </p:cNvPr>
            <p:cNvSpPr/>
            <p:nvPr/>
          </p:nvSpPr>
          <p:spPr bwMode="auto">
            <a:xfrm rot="5400000">
              <a:off x="11395443" y="5347417"/>
              <a:ext cx="94821" cy="69362"/>
            </a:xfrm>
            <a:custGeom>
              <a:avLst/>
              <a:gdLst/>
              <a:ahLst/>
              <a:cxnLst/>
              <a:rect l="0" t="0" r="r" b="b"/>
              <a:pathLst>
                <a:path w="29" h="23">
                  <a:moveTo>
                    <a:pt x="13" y="0"/>
                  </a:moveTo>
                  <a:cubicBezTo>
                    <a:pt x="27" y="0"/>
                    <a:pt x="29" y="22"/>
                    <a:pt x="13" y="23"/>
                  </a:cubicBezTo>
                  <a:cubicBezTo>
                    <a:pt x="2" y="22"/>
                    <a:pt x="0" y="2"/>
                    <a:pt x="13" y="0"/>
                  </a:cubicBezTo>
                  <a:close/>
                </a:path>
              </a:pathLst>
            </a:custGeom>
            <a:grpFill/>
            <a:ln>
              <a:noFill/>
            </a:ln>
          </p:spPr>
        </p:sp>
        <p:sp>
          <p:nvSpPr>
            <p:cNvPr id="42" name="Freeform 21">
              <a:extLst>
                <a:ext uri="{FF2B5EF4-FFF2-40B4-BE49-F238E27FC236}">
                  <a16:creationId xmlns:a16="http://schemas.microsoft.com/office/drawing/2014/main" id="{25D65388-C7E0-4C07-822A-03C5009C6D1E}"/>
                </a:ext>
              </a:extLst>
            </p:cNvPr>
            <p:cNvSpPr/>
            <p:nvPr/>
          </p:nvSpPr>
          <p:spPr bwMode="auto">
            <a:xfrm rot="5400000">
              <a:off x="11343434" y="5658571"/>
              <a:ext cx="140901" cy="102819"/>
            </a:xfrm>
            <a:custGeom>
              <a:avLst/>
              <a:gdLst/>
              <a:ahLst/>
              <a:cxnLst/>
              <a:rect l="0" t="0" r="r" b="b"/>
              <a:pathLst>
                <a:path w="43" h="34">
                  <a:moveTo>
                    <a:pt x="24" y="0"/>
                  </a:moveTo>
                  <a:cubicBezTo>
                    <a:pt x="43" y="3"/>
                    <a:pt x="28" y="34"/>
                    <a:pt x="14" y="23"/>
                  </a:cubicBezTo>
                  <a:cubicBezTo>
                    <a:pt x="0" y="28"/>
                    <a:pt x="4" y="5"/>
                    <a:pt x="24" y="0"/>
                  </a:cubicBezTo>
                  <a:close/>
                </a:path>
              </a:pathLst>
            </a:custGeom>
            <a:grpFill/>
            <a:ln>
              <a:noFill/>
            </a:ln>
          </p:spPr>
        </p:sp>
        <p:sp>
          <p:nvSpPr>
            <p:cNvPr id="43" name="Freeform 25">
              <a:extLst>
                <a:ext uri="{FF2B5EF4-FFF2-40B4-BE49-F238E27FC236}">
                  <a16:creationId xmlns:a16="http://schemas.microsoft.com/office/drawing/2014/main" id="{E1D79822-C494-449C-B439-F437DAD4F218}"/>
                </a:ext>
              </a:extLst>
            </p:cNvPr>
            <p:cNvSpPr/>
            <p:nvPr/>
          </p:nvSpPr>
          <p:spPr bwMode="auto">
            <a:xfrm rot="5400000">
              <a:off x="11324095" y="6423833"/>
              <a:ext cx="134697" cy="93843"/>
            </a:xfrm>
            <a:custGeom>
              <a:avLst/>
              <a:gdLst/>
              <a:ahLst/>
              <a:cxnLst/>
              <a:rect l="0" t="0" r="r" b="b"/>
              <a:pathLst>
                <a:path w="41" h="31">
                  <a:moveTo>
                    <a:pt x="23" y="0"/>
                  </a:moveTo>
                  <a:cubicBezTo>
                    <a:pt x="40" y="1"/>
                    <a:pt x="41" y="31"/>
                    <a:pt x="17" y="25"/>
                  </a:cubicBezTo>
                  <a:cubicBezTo>
                    <a:pt x="0" y="7"/>
                    <a:pt x="17" y="4"/>
                    <a:pt x="23" y="0"/>
                  </a:cubicBezTo>
                  <a:close/>
                </a:path>
              </a:pathLst>
            </a:custGeom>
            <a:grpFill/>
            <a:ln>
              <a:noFill/>
            </a:ln>
          </p:spPr>
        </p:sp>
        <p:sp>
          <p:nvSpPr>
            <p:cNvPr id="44" name="Freeform 29">
              <a:extLst>
                <a:ext uri="{FF2B5EF4-FFF2-40B4-BE49-F238E27FC236}">
                  <a16:creationId xmlns:a16="http://schemas.microsoft.com/office/drawing/2014/main" id="{CDB324E5-E8D9-40E3-BAB4-1F87E67E4F46}"/>
                </a:ext>
              </a:extLst>
            </p:cNvPr>
            <p:cNvSpPr/>
            <p:nvPr/>
          </p:nvSpPr>
          <p:spPr bwMode="auto">
            <a:xfrm rot="5400000">
              <a:off x="11324317" y="5897278"/>
              <a:ext cx="118747" cy="120771"/>
            </a:xfrm>
            <a:custGeom>
              <a:avLst/>
              <a:gdLst/>
              <a:ahLst/>
              <a:cxnLst/>
              <a:rect l="0" t="0" r="r" b="b"/>
              <a:pathLst>
                <a:path w="36" h="40">
                  <a:moveTo>
                    <a:pt x="16" y="4"/>
                  </a:moveTo>
                  <a:cubicBezTo>
                    <a:pt x="36" y="5"/>
                    <a:pt x="33" y="0"/>
                    <a:pt x="34" y="15"/>
                  </a:cubicBezTo>
                  <a:cubicBezTo>
                    <a:pt x="34" y="40"/>
                    <a:pt x="0" y="22"/>
                    <a:pt x="16" y="4"/>
                  </a:cubicBezTo>
                  <a:close/>
                </a:path>
              </a:pathLst>
            </a:custGeom>
            <a:grpFill/>
            <a:ln>
              <a:noFill/>
            </a:ln>
          </p:spPr>
        </p:sp>
        <p:sp>
          <p:nvSpPr>
            <p:cNvPr id="45" name="Freeform 31">
              <a:extLst>
                <a:ext uri="{FF2B5EF4-FFF2-40B4-BE49-F238E27FC236}">
                  <a16:creationId xmlns:a16="http://schemas.microsoft.com/office/drawing/2014/main" id="{15404AB3-12EB-462E-85A2-AF4A7E91D729}"/>
                </a:ext>
              </a:extLst>
            </p:cNvPr>
            <p:cNvSpPr/>
            <p:nvPr/>
          </p:nvSpPr>
          <p:spPr bwMode="auto">
            <a:xfrm rot="5400000">
              <a:off x="11356013" y="6183127"/>
              <a:ext cx="131153" cy="72626"/>
            </a:xfrm>
            <a:custGeom>
              <a:avLst/>
              <a:gdLst/>
              <a:ahLst/>
              <a:cxnLst/>
              <a:rect l="0" t="0" r="r" b="b"/>
              <a:pathLst>
                <a:path w="40" h="24">
                  <a:moveTo>
                    <a:pt x="24" y="0"/>
                  </a:moveTo>
                  <a:cubicBezTo>
                    <a:pt x="40" y="0"/>
                    <a:pt x="38" y="20"/>
                    <a:pt x="25" y="24"/>
                  </a:cubicBezTo>
                  <a:cubicBezTo>
                    <a:pt x="0" y="22"/>
                    <a:pt x="6" y="4"/>
                    <a:pt x="24" y="0"/>
                  </a:cubicBezTo>
                  <a:close/>
                </a:path>
              </a:pathLst>
            </a:custGeom>
            <a:grpFill/>
            <a:ln>
              <a:noFill/>
            </a:ln>
          </p:spPr>
        </p:sp>
        <p:sp>
          <p:nvSpPr>
            <p:cNvPr id="46" name="Freeform 32">
              <a:extLst>
                <a:ext uri="{FF2B5EF4-FFF2-40B4-BE49-F238E27FC236}">
                  <a16:creationId xmlns:a16="http://schemas.microsoft.com/office/drawing/2014/main" id="{228021CB-53B3-4BCC-A14C-0B6951FC971F}"/>
                </a:ext>
              </a:extLst>
            </p:cNvPr>
            <p:cNvSpPr/>
            <p:nvPr/>
          </p:nvSpPr>
          <p:spPr bwMode="auto">
            <a:xfrm rot="5400000">
              <a:off x="11104198" y="3296179"/>
              <a:ext cx="144445" cy="106083"/>
            </a:xfrm>
            <a:custGeom>
              <a:avLst/>
              <a:gdLst/>
              <a:ahLst/>
              <a:cxnLst/>
              <a:rect l="0" t="0" r="r" b="b"/>
              <a:pathLst>
                <a:path w="44" h="35">
                  <a:moveTo>
                    <a:pt x="28" y="0"/>
                  </a:moveTo>
                  <a:cubicBezTo>
                    <a:pt x="36" y="1"/>
                    <a:pt x="44" y="12"/>
                    <a:pt x="42" y="21"/>
                  </a:cubicBezTo>
                  <a:cubicBezTo>
                    <a:pt x="23" y="35"/>
                    <a:pt x="0" y="7"/>
                    <a:pt x="28" y="0"/>
                  </a:cubicBezTo>
                  <a:close/>
                </a:path>
              </a:pathLst>
            </a:custGeom>
            <a:grpFill/>
            <a:ln>
              <a:noFill/>
            </a:ln>
          </p:spPr>
        </p:sp>
        <p:sp>
          <p:nvSpPr>
            <p:cNvPr id="47" name="Freeform 33">
              <a:extLst>
                <a:ext uri="{FF2B5EF4-FFF2-40B4-BE49-F238E27FC236}">
                  <a16:creationId xmlns:a16="http://schemas.microsoft.com/office/drawing/2014/main" id="{B353D0BC-00A6-4EA4-9311-9FCB88CC2021}"/>
                </a:ext>
              </a:extLst>
            </p:cNvPr>
            <p:cNvSpPr/>
            <p:nvPr/>
          </p:nvSpPr>
          <p:spPr bwMode="auto">
            <a:xfrm rot="5400000">
              <a:off x="11134111" y="4387490"/>
              <a:ext cx="151535" cy="75075"/>
            </a:xfrm>
            <a:custGeom>
              <a:avLst/>
              <a:gdLst/>
              <a:ahLst/>
              <a:cxnLst/>
              <a:rect l="0" t="0" r="r" b="b"/>
              <a:pathLst>
                <a:path w="46" h="25">
                  <a:moveTo>
                    <a:pt x="23" y="0"/>
                  </a:moveTo>
                  <a:cubicBezTo>
                    <a:pt x="32" y="1"/>
                    <a:pt x="46" y="21"/>
                    <a:pt x="29" y="25"/>
                  </a:cubicBezTo>
                  <a:cubicBezTo>
                    <a:pt x="10" y="23"/>
                    <a:pt x="0" y="9"/>
                    <a:pt x="23" y="0"/>
                  </a:cubicBezTo>
                  <a:close/>
                </a:path>
              </a:pathLst>
            </a:custGeom>
            <a:grpFill/>
            <a:ln>
              <a:noFill/>
            </a:ln>
          </p:spPr>
        </p:sp>
        <p:sp>
          <p:nvSpPr>
            <p:cNvPr id="48" name="Freeform 34">
              <a:extLst>
                <a:ext uri="{FF2B5EF4-FFF2-40B4-BE49-F238E27FC236}">
                  <a16:creationId xmlns:a16="http://schemas.microsoft.com/office/drawing/2014/main" id="{0E001FD3-6EDD-47A3-9916-826E1595DAB3}"/>
                </a:ext>
              </a:extLst>
            </p:cNvPr>
            <p:cNvSpPr/>
            <p:nvPr/>
          </p:nvSpPr>
          <p:spPr bwMode="auto">
            <a:xfrm rot="5400000">
              <a:off x="11138041" y="5384813"/>
              <a:ext cx="134697" cy="84051"/>
            </a:xfrm>
            <a:custGeom>
              <a:avLst/>
              <a:gdLst/>
              <a:ahLst/>
              <a:cxnLst/>
              <a:rect l="0" t="0" r="r" b="b"/>
              <a:pathLst>
                <a:path w="41" h="28">
                  <a:moveTo>
                    <a:pt x="22" y="0"/>
                  </a:moveTo>
                  <a:cubicBezTo>
                    <a:pt x="41" y="13"/>
                    <a:pt x="24" y="28"/>
                    <a:pt x="8" y="21"/>
                  </a:cubicBezTo>
                  <a:cubicBezTo>
                    <a:pt x="0" y="8"/>
                    <a:pt x="8" y="0"/>
                    <a:pt x="22" y="0"/>
                  </a:cubicBezTo>
                  <a:close/>
                </a:path>
              </a:pathLst>
            </a:custGeom>
            <a:grpFill/>
            <a:ln>
              <a:noFill/>
            </a:ln>
          </p:spPr>
        </p:sp>
        <p:sp>
          <p:nvSpPr>
            <p:cNvPr id="49" name="Freeform 35">
              <a:extLst>
                <a:ext uri="{FF2B5EF4-FFF2-40B4-BE49-F238E27FC236}">
                  <a16:creationId xmlns:a16="http://schemas.microsoft.com/office/drawing/2014/main" id="{FE214D5B-D151-4E09-A01E-BEAAF9C679ED}"/>
                </a:ext>
              </a:extLst>
            </p:cNvPr>
            <p:cNvSpPr/>
            <p:nvPr/>
          </p:nvSpPr>
          <p:spPr bwMode="auto">
            <a:xfrm rot="5400000">
              <a:off x="11133693" y="4595717"/>
              <a:ext cx="131153" cy="84866"/>
            </a:xfrm>
            <a:custGeom>
              <a:avLst/>
              <a:gdLst/>
              <a:ahLst/>
              <a:cxnLst/>
              <a:rect l="0" t="0" r="r" b="b"/>
              <a:pathLst>
                <a:path w="40" h="28">
                  <a:moveTo>
                    <a:pt x="27" y="1"/>
                  </a:moveTo>
                  <a:cubicBezTo>
                    <a:pt x="35" y="0"/>
                    <a:pt x="40" y="10"/>
                    <a:pt x="38" y="17"/>
                  </a:cubicBezTo>
                  <a:cubicBezTo>
                    <a:pt x="17" y="28"/>
                    <a:pt x="0" y="7"/>
                    <a:pt x="27" y="1"/>
                  </a:cubicBezTo>
                  <a:close/>
                </a:path>
              </a:pathLst>
            </a:custGeom>
            <a:grpFill/>
            <a:ln>
              <a:noFill/>
            </a:ln>
          </p:spPr>
        </p:sp>
        <p:sp>
          <p:nvSpPr>
            <p:cNvPr id="50" name="Freeform 36">
              <a:extLst>
                <a:ext uri="{FF2B5EF4-FFF2-40B4-BE49-F238E27FC236}">
                  <a16:creationId xmlns:a16="http://schemas.microsoft.com/office/drawing/2014/main" id="{3024EF13-0A45-49DD-B0F4-FA3A5169EFFE}"/>
                </a:ext>
              </a:extLst>
            </p:cNvPr>
            <p:cNvSpPr/>
            <p:nvPr/>
          </p:nvSpPr>
          <p:spPr bwMode="auto">
            <a:xfrm rot="5400000">
              <a:off x="11105830" y="6046702"/>
              <a:ext cx="144445" cy="102819"/>
            </a:xfrm>
            <a:custGeom>
              <a:avLst/>
              <a:gdLst/>
              <a:ahLst/>
              <a:cxnLst/>
              <a:rect l="0" t="0" r="r" b="b"/>
              <a:pathLst>
                <a:path w="44" h="34">
                  <a:moveTo>
                    <a:pt x="31" y="1"/>
                  </a:moveTo>
                  <a:cubicBezTo>
                    <a:pt x="44" y="3"/>
                    <a:pt x="38" y="34"/>
                    <a:pt x="25" y="22"/>
                  </a:cubicBezTo>
                  <a:cubicBezTo>
                    <a:pt x="0" y="28"/>
                    <a:pt x="14" y="0"/>
                    <a:pt x="31" y="1"/>
                  </a:cubicBezTo>
                  <a:close/>
                </a:path>
              </a:pathLst>
            </a:custGeom>
            <a:grpFill/>
            <a:ln>
              <a:noFill/>
            </a:ln>
          </p:spPr>
        </p:sp>
        <p:sp>
          <p:nvSpPr>
            <p:cNvPr id="51" name="Freeform 37">
              <a:extLst>
                <a:ext uri="{FF2B5EF4-FFF2-40B4-BE49-F238E27FC236}">
                  <a16:creationId xmlns:a16="http://schemas.microsoft.com/office/drawing/2014/main" id="{95E0BDAE-48A7-4752-A150-74DA4BAE5E4B}"/>
                </a:ext>
              </a:extLst>
            </p:cNvPr>
            <p:cNvSpPr/>
            <p:nvPr/>
          </p:nvSpPr>
          <p:spPr bwMode="auto">
            <a:xfrm rot="5400000">
              <a:off x="11117596" y="3060239"/>
              <a:ext cx="115202" cy="121588"/>
            </a:xfrm>
            <a:custGeom>
              <a:avLst/>
              <a:gdLst/>
              <a:ahLst/>
              <a:cxnLst/>
              <a:rect l="0" t="0" r="r" b="b"/>
              <a:pathLst>
                <a:path w="35" h="40">
                  <a:moveTo>
                    <a:pt x="16" y="4"/>
                  </a:moveTo>
                  <a:cubicBezTo>
                    <a:pt x="35" y="4"/>
                    <a:pt x="32" y="0"/>
                    <a:pt x="33" y="15"/>
                  </a:cubicBezTo>
                  <a:cubicBezTo>
                    <a:pt x="34" y="40"/>
                    <a:pt x="0" y="22"/>
                    <a:pt x="16" y="4"/>
                  </a:cubicBezTo>
                  <a:close/>
                </a:path>
              </a:pathLst>
            </a:custGeom>
            <a:grpFill/>
            <a:ln>
              <a:noFill/>
            </a:ln>
          </p:spPr>
        </p:sp>
        <p:sp>
          <p:nvSpPr>
            <p:cNvPr id="52" name="Freeform 38">
              <a:extLst>
                <a:ext uri="{FF2B5EF4-FFF2-40B4-BE49-F238E27FC236}">
                  <a16:creationId xmlns:a16="http://schemas.microsoft.com/office/drawing/2014/main" id="{DE128EDB-3179-4F47-8B37-BEDE3B82FFC7}"/>
                </a:ext>
              </a:extLst>
            </p:cNvPr>
            <p:cNvSpPr/>
            <p:nvPr/>
          </p:nvSpPr>
          <p:spPr bwMode="auto">
            <a:xfrm rot="5400000">
              <a:off x="11125265" y="4900335"/>
              <a:ext cx="127608" cy="69362"/>
            </a:xfrm>
            <a:custGeom>
              <a:avLst/>
              <a:gdLst/>
              <a:ahLst/>
              <a:cxnLst/>
              <a:rect l="0" t="0" r="r" b="b"/>
              <a:pathLst>
                <a:path w="39" h="23">
                  <a:moveTo>
                    <a:pt x="26" y="0"/>
                  </a:moveTo>
                  <a:cubicBezTo>
                    <a:pt x="39" y="1"/>
                    <a:pt x="38" y="21"/>
                    <a:pt x="26" y="23"/>
                  </a:cubicBezTo>
                  <a:cubicBezTo>
                    <a:pt x="0" y="23"/>
                    <a:pt x="5" y="2"/>
                    <a:pt x="26" y="0"/>
                  </a:cubicBezTo>
                  <a:close/>
                </a:path>
              </a:pathLst>
            </a:custGeom>
            <a:grpFill/>
            <a:ln>
              <a:noFill/>
            </a:ln>
          </p:spPr>
        </p:sp>
        <p:sp>
          <p:nvSpPr>
            <p:cNvPr id="53" name="Freeform 39">
              <a:extLst>
                <a:ext uri="{FF2B5EF4-FFF2-40B4-BE49-F238E27FC236}">
                  <a16:creationId xmlns:a16="http://schemas.microsoft.com/office/drawing/2014/main" id="{E09CDD49-7B7B-42C0-A09E-6CFB3CDFF6A1}"/>
                </a:ext>
              </a:extLst>
            </p:cNvPr>
            <p:cNvSpPr/>
            <p:nvPr/>
          </p:nvSpPr>
          <p:spPr bwMode="auto">
            <a:xfrm rot="5400000">
              <a:off x="11117373" y="5141456"/>
              <a:ext cx="131153" cy="81603"/>
            </a:xfrm>
            <a:custGeom>
              <a:avLst/>
              <a:gdLst/>
              <a:ahLst/>
              <a:cxnLst/>
              <a:rect l="0" t="0" r="r" b="b"/>
              <a:pathLst>
                <a:path w="40" h="27">
                  <a:moveTo>
                    <a:pt x="25" y="0"/>
                  </a:moveTo>
                  <a:cubicBezTo>
                    <a:pt x="34" y="0"/>
                    <a:pt x="40" y="11"/>
                    <a:pt x="38" y="20"/>
                  </a:cubicBezTo>
                  <a:cubicBezTo>
                    <a:pt x="17" y="27"/>
                    <a:pt x="0" y="12"/>
                    <a:pt x="25" y="0"/>
                  </a:cubicBezTo>
                  <a:close/>
                </a:path>
              </a:pathLst>
            </a:custGeom>
            <a:grpFill/>
            <a:ln>
              <a:noFill/>
            </a:ln>
          </p:spPr>
        </p:sp>
        <p:sp>
          <p:nvSpPr>
            <p:cNvPr id="54" name="Freeform 40">
              <a:extLst>
                <a:ext uri="{FF2B5EF4-FFF2-40B4-BE49-F238E27FC236}">
                  <a16:creationId xmlns:a16="http://schemas.microsoft.com/office/drawing/2014/main" id="{93C5D839-4CD5-4165-9091-7D9B92CDC1D2}"/>
                </a:ext>
              </a:extLst>
            </p:cNvPr>
            <p:cNvSpPr/>
            <p:nvPr/>
          </p:nvSpPr>
          <p:spPr bwMode="auto">
            <a:xfrm rot="5400000">
              <a:off x="11112337" y="2598157"/>
              <a:ext cx="134697" cy="81603"/>
            </a:xfrm>
            <a:custGeom>
              <a:avLst/>
              <a:gdLst/>
              <a:ahLst/>
              <a:cxnLst/>
              <a:rect l="0" t="0" r="r" b="b"/>
              <a:pathLst>
                <a:path w="41" h="27">
                  <a:moveTo>
                    <a:pt x="19" y="0"/>
                  </a:moveTo>
                  <a:cubicBezTo>
                    <a:pt x="41" y="9"/>
                    <a:pt x="28" y="27"/>
                    <a:pt x="7" y="20"/>
                  </a:cubicBezTo>
                  <a:cubicBezTo>
                    <a:pt x="0" y="8"/>
                    <a:pt x="7" y="1"/>
                    <a:pt x="19" y="0"/>
                  </a:cubicBezTo>
                  <a:close/>
                </a:path>
              </a:pathLst>
            </a:custGeom>
            <a:grpFill/>
            <a:ln>
              <a:noFill/>
            </a:ln>
          </p:spPr>
        </p:sp>
        <p:sp>
          <p:nvSpPr>
            <p:cNvPr id="55" name="Freeform 41">
              <a:extLst>
                <a:ext uri="{FF2B5EF4-FFF2-40B4-BE49-F238E27FC236}">
                  <a16:creationId xmlns:a16="http://schemas.microsoft.com/office/drawing/2014/main" id="{3C7F638A-BB6D-4B24-A7F9-03BF8087459B}"/>
                </a:ext>
              </a:extLst>
            </p:cNvPr>
            <p:cNvSpPr/>
            <p:nvPr/>
          </p:nvSpPr>
          <p:spPr bwMode="auto">
            <a:xfrm rot="5400000">
              <a:off x="11105830" y="6278710"/>
              <a:ext cx="144445" cy="78339"/>
            </a:xfrm>
            <a:custGeom>
              <a:avLst/>
              <a:gdLst/>
              <a:ahLst/>
              <a:cxnLst/>
              <a:rect l="0" t="0" r="r" b="b"/>
              <a:pathLst>
                <a:path w="44" h="26">
                  <a:moveTo>
                    <a:pt x="29" y="0"/>
                  </a:moveTo>
                  <a:cubicBezTo>
                    <a:pt x="44" y="3"/>
                    <a:pt x="40" y="22"/>
                    <a:pt x="26" y="26"/>
                  </a:cubicBezTo>
                  <a:cubicBezTo>
                    <a:pt x="0" y="25"/>
                    <a:pt x="11" y="6"/>
                    <a:pt x="29" y="0"/>
                  </a:cubicBezTo>
                  <a:close/>
                </a:path>
              </a:pathLst>
            </a:custGeom>
            <a:grpFill/>
            <a:ln>
              <a:noFill/>
            </a:ln>
          </p:spPr>
        </p:sp>
        <p:sp>
          <p:nvSpPr>
            <p:cNvPr id="56" name="Freeform 42">
              <a:extLst>
                <a:ext uri="{FF2B5EF4-FFF2-40B4-BE49-F238E27FC236}">
                  <a16:creationId xmlns:a16="http://schemas.microsoft.com/office/drawing/2014/main" id="{5B59DB64-329B-45EA-8A67-4213A886B5B2}"/>
                </a:ext>
              </a:extLst>
            </p:cNvPr>
            <p:cNvSpPr/>
            <p:nvPr/>
          </p:nvSpPr>
          <p:spPr bwMode="auto">
            <a:xfrm rot="5400000">
              <a:off x="11093998" y="5596726"/>
              <a:ext cx="144445" cy="97107"/>
            </a:xfrm>
            <a:custGeom>
              <a:avLst/>
              <a:gdLst/>
              <a:ahLst/>
              <a:cxnLst/>
              <a:rect l="0" t="0" r="r" b="b"/>
              <a:pathLst>
                <a:path w="44" h="32">
                  <a:moveTo>
                    <a:pt x="31" y="1"/>
                  </a:moveTo>
                  <a:cubicBezTo>
                    <a:pt x="40" y="0"/>
                    <a:pt x="44" y="8"/>
                    <a:pt x="43" y="16"/>
                  </a:cubicBezTo>
                  <a:cubicBezTo>
                    <a:pt x="29" y="32"/>
                    <a:pt x="0" y="7"/>
                    <a:pt x="31" y="1"/>
                  </a:cubicBezTo>
                  <a:close/>
                </a:path>
              </a:pathLst>
            </a:custGeom>
            <a:grpFill/>
            <a:ln>
              <a:noFill/>
            </a:ln>
          </p:spPr>
        </p:sp>
        <p:sp>
          <p:nvSpPr>
            <p:cNvPr id="57" name="Freeform 44">
              <a:extLst>
                <a:ext uri="{FF2B5EF4-FFF2-40B4-BE49-F238E27FC236}">
                  <a16:creationId xmlns:a16="http://schemas.microsoft.com/office/drawing/2014/main" id="{D8DAB003-6484-4D1D-85AE-93FA09BC5EF5}"/>
                </a:ext>
              </a:extLst>
            </p:cNvPr>
            <p:cNvSpPr/>
            <p:nvPr/>
          </p:nvSpPr>
          <p:spPr bwMode="auto">
            <a:xfrm rot="5400000">
              <a:off x="11097788" y="4080854"/>
              <a:ext cx="131153" cy="84866"/>
            </a:xfrm>
            <a:custGeom>
              <a:avLst/>
              <a:gdLst/>
              <a:ahLst/>
              <a:cxnLst/>
              <a:rect l="0" t="0" r="r" b="b"/>
              <a:pathLst>
                <a:path w="40" h="28">
                  <a:moveTo>
                    <a:pt x="27" y="1"/>
                  </a:moveTo>
                  <a:cubicBezTo>
                    <a:pt x="35" y="0"/>
                    <a:pt x="40" y="10"/>
                    <a:pt x="38" y="17"/>
                  </a:cubicBezTo>
                  <a:cubicBezTo>
                    <a:pt x="17" y="28"/>
                    <a:pt x="0" y="7"/>
                    <a:pt x="27" y="1"/>
                  </a:cubicBezTo>
                  <a:close/>
                </a:path>
              </a:pathLst>
            </a:custGeom>
            <a:grpFill/>
            <a:ln>
              <a:noFill/>
            </a:ln>
          </p:spPr>
        </p:sp>
        <p:sp>
          <p:nvSpPr>
            <p:cNvPr id="58" name="Freeform 45">
              <a:extLst>
                <a:ext uri="{FF2B5EF4-FFF2-40B4-BE49-F238E27FC236}">
                  <a16:creationId xmlns:a16="http://schemas.microsoft.com/office/drawing/2014/main" id="{D49280A1-ACA8-4CD6-9012-AF12660F07E4}"/>
                </a:ext>
              </a:extLst>
            </p:cNvPr>
            <p:cNvSpPr/>
            <p:nvPr/>
          </p:nvSpPr>
          <p:spPr bwMode="auto">
            <a:xfrm rot="5400000">
              <a:off x="11075637" y="5836680"/>
              <a:ext cx="144445" cy="102819"/>
            </a:xfrm>
            <a:custGeom>
              <a:avLst/>
              <a:gdLst/>
              <a:ahLst/>
              <a:cxnLst/>
              <a:rect l="0" t="0" r="r" b="b"/>
              <a:pathLst>
                <a:path w="44" h="34">
                  <a:moveTo>
                    <a:pt x="31" y="0"/>
                  </a:moveTo>
                  <a:cubicBezTo>
                    <a:pt x="39" y="0"/>
                    <a:pt x="44" y="12"/>
                    <a:pt x="42" y="19"/>
                  </a:cubicBezTo>
                  <a:cubicBezTo>
                    <a:pt x="25" y="34"/>
                    <a:pt x="0" y="8"/>
                    <a:pt x="31" y="0"/>
                  </a:cubicBezTo>
                  <a:close/>
                </a:path>
              </a:pathLst>
            </a:custGeom>
            <a:grpFill/>
            <a:ln>
              <a:noFill/>
            </a:ln>
          </p:spPr>
        </p:sp>
        <p:sp>
          <p:nvSpPr>
            <p:cNvPr id="59" name="Freeform 46">
              <a:extLst>
                <a:ext uri="{FF2B5EF4-FFF2-40B4-BE49-F238E27FC236}">
                  <a16:creationId xmlns:a16="http://schemas.microsoft.com/office/drawing/2014/main" id="{C03EAE8C-6089-40E5-9361-2E266A1EEBA3}"/>
                </a:ext>
              </a:extLst>
            </p:cNvPr>
            <p:cNvSpPr/>
            <p:nvPr/>
          </p:nvSpPr>
          <p:spPr bwMode="auto">
            <a:xfrm rot="5400000">
              <a:off x="11124696" y="2830776"/>
              <a:ext cx="121406" cy="81603"/>
            </a:xfrm>
            <a:custGeom>
              <a:avLst/>
              <a:gdLst/>
              <a:ahLst/>
              <a:cxnLst/>
              <a:rect l="0" t="0" r="r" b="b"/>
              <a:pathLst>
                <a:path w="37" h="27">
                  <a:moveTo>
                    <a:pt x="19" y="1"/>
                  </a:moveTo>
                  <a:cubicBezTo>
                    <a:pt x="31" y="2"/>
                    <a:pt x="37" y="24"/>
                    <a:pt x="21" y="27"/>
                  </a:cubicBezTo>
                  <a:cubicBezTo>
                    <a:pt x="1" y="27"/>
                    <a:pt x="0" y="0"/>
                    <a:pt x="19" y="1"/>
                  </a:cubicBezTo>
                  <a:close/>
                </a:path>
              </a:pathLst>
            </a:custGeom>
            <a:grpFill/>
            <a:ln>
              <a:noFill/>
            </a:ln>
          </p:spPr>
        </p:sp>
        <p:sp>
          <p:nvSpPr>
            <p:cNvPr id="60" name="Freeform 47">
              <a:extLst>
                <a:ext uri="{FF2B5EF4-FFF2-40B4-BE49-F238E27FC236}">
                  <a16:creationId xmlns:a16="http://schemas.microsoft.com/office/drawing/2014/main" id="{02E3A077-F087-4E14-A13E-4E9D4369B1F6}"/>
                </a:ext>
              </a:extLst>
            </p:cNvPr>
            <p:cNvSpPr/>
            <p:nvPr/>
          </p:nvSpPr>
          <p:spPr bwMode="auto">
            <a:xfrm rot="5400000">
              <a:off x="11082841" y="3849727"/>
              <a:ext cx="147990" cy="78339"/>
            </a:xfrm>
            <a:custGeom>
              <a:avLst/>
              <a:gdLst/>
              <a:ahLst/>
              <a:cxnLst/>
              <a:rect l="0" t="0" r="r" b="b"/>
              <a:pathLst>
                <a:path w="45" h="26">
                  <a:moveTo>
                    <a:pt x="22" y="0"/>
                  </a:moveTo>
                  <a:cubicBezTo>
                    <a:pt x="32" y="2"/>
                    <a:pt x="45" y="22"/>
                    <a:pt x="28" y="26"/>
                  </a:cubicBezTo>
                  <a:cubicBezTo>
                    <a:pt x="10" y="24"/>
                    <a:pt x="0" y="9"/>
                    <a:pt x="22" y="0"/>
                  </a:cubicBezTo>
                  <a:close/>
                </a:path>
              </a:pathLst>
            </a:custGeom>
            <a:grpFill/>
            <a:ln>
              <a:noFill/>
            </a:ln>
          </p:spPr>
        </p:sp>
        <p:sp>
          <p:nvSpPr>
            <p:cNvPr id="61" name="Freeform 48">
              <a:extLst>
                <a:ext uri="{FF2B5EF4-FFF2-40B4-BE49-F238E27FC236}">
                  <a16:creationId xmlns:a16="http://schemas.microsoft.com/office/drawing/2014/main" id="{7CE4FAAA-45E7-4C86-B59A-F284B79EFD23}"/>
                </a:ext>
              </a:extLst>
            </p:cNvPr>
            <p:cNvSpPr/>
            <p:nvPr/>
          </p:nvSpPr>
          <p:spPr bwMode="auto">
            <a:xfrm rot="5400000">
              <a:off x="11078098" y="3616257"/>
              <a:ext cx="133812" cy="79154"/>
            </a:xfrm>
            <a:custGeom>
              <a:avLst/>
              <a:gdLst/>
              <a:ahLst/>
              <a:cxnLst/>
              <a:rect l="0" t="0" r="r" b="b"/>
              <a:pathLst>
                <a:path w="41" h="26">
                  <a:moveTo>
                    <a:pt x="19" y="0"/>
                  </a:moveTo>
                  <a:cubicBezTo>
                    <a:pt x="41" y="9"/>
                    <a:pt x="28" y="26"/>
                    <a:pt x="7" y="19"/>
                  </a:cubicBezTo>
                  <a:cubicBezTo>
                    <a:pt x="0" y="8"/>
                    <a:pt x="7" y="1"/>
                    <a:pt x="19" y="0"/>
                  </a:cubicBezTo>
                  <a:close/>
                </a:path>
              </a:pathLst>
            </a:custGeom>
            <a:grpFill/>
            <a:ln>
              <a:noFill/>
            </a:ln>
          </p:spPr>
        </p:sp>
        <p:sp>
          <p:nvSpPr>
            <p:cNvPr id="62" name="Freeform 49">
              <a:extLst>
                <a:ext uri="{FF2B5EF4-FFF2-40B4-BE49-F238E27FC236}">
                  <a16:creationId xmlns:a16="http://schemas.microsoft.com/office/drawing/2014/main" id="{E2689B62-CCA1-4EE5-B622-FBA516868916}"/>
                </a:ext>
              </a:extLst>
            </p:cNvPr>
            <p:cNvSpPr/>
            <p:nvPr/>
          </p:nvSpPr>
          <p:spPr bwMode="auto">
            <a:xfrm rot="5400000">
              <a:off x="11076712" y="6507925"/>
              <a:ext cx="127608" cy="81603"/>
            </a:xfrm>
            <a:custGeom>
              <a:avLst/>
              <a:gdLst/>
              <a:ahLst/>
              <a:cxnLst/>
              <a:rect l="0" t="0" r="r" b="b"/>
              <a:pathLst>
                <a:path w="39" h="27">
                  <a:moveTo>
                    <a:pt x="21" y="2"/>
                  </a:moveTo>
                  <a:cubicBezTo>
                    <a:pt x="36" y="0"/>
                    <a:pt x="39" y="17"/>
                    <a:pt x="26" y="24"/>
                  </a:cubicBezTo>
                  <a:cubicBezTo>
                    <a:pt x="8" y="27"/>
                    <a:pt x="0" y="9"/>
                    <a:pt x="21" y="2"/>
                  </a:cubicBezTo>
                  <a:close/>
                </a:path>
              </a:pathLst>
            </a:custGeom>
            <a:grpFill/>
            <a:ln>
              <a:noFill/>
            </a:ln>
          </p:spPr>
        </p:sp>
        <p:sp>
          <p:nvSpPr>
            <p:cNvPr id="63" name="Freeform 8">
              <a:extLst>
                <a:ext uri="{FF2B5EF4-FFF2-40B4-BE49-F238E27FC236}">
                  <a16:creationId xmlns:a16="http://schemas.microsoft.com/office/drawing/2014/main" id="{113638EE-3BCF-4315-A329-3C6766A3890B}"/>
                </a:ext>
              </a:extLst>
            </p:cNvPr>
            <p:cNvSpPr/>
            <p:nvPr/>
          </p:nvSpPr>
          <p:spPr bwMode="auto">
            <a:xfrm rot="5400000">
              <a:off x="11141853" y="34906"/>
              <a:ext cx="131153" cy="88130"/>
            </a:xfrm>
            <a:custGeom>
              <a:avLst/>
              <a:gdLst/>
              <a:ahLst/>
              <a:cxnLst/>
              <a:rect l="0" t="0" r="r" b="b"/>
              <a:pathLst>
                <a:path w="40" h="29">
                  <a:moveTo>
                    <a:pt x="26" y="0"/>
                  </a:moveTo>
                  <a:cubicBezTo>
                    <a:pt x="34" y="0"/>
                    <a:pt x="40" y="10"/>
                    <a:pt x="39" y="20"/>
                  </a:cubicBezTo>
                  <a:cubicBezTo>
                    <a:pt x="17" y="29"/>
                    <a:pt x="0" y="10"/>
                    <a:pt x="26" y="0"/>
                  </a:cubicBezTo>
                  <a:close/>
                </a:path>
              </a:pathLst>
            </a:custGeom>
            <a:grpFill/>
            <a:ln>
              <a:noFill/>
            </a:ln>
          </p:spPr>
        </p:sp>
        <p:sp>
          <p:nvSpPr>
            <p:cNvPr id="64" name="Freeform 106">
              <a:extLst>
                <a:ext uri="{FF2B5EF4-FFF2-40B4-BE49-F238E27FC236}">
                  <a16:creationId xmlns:a16="http://schemas.microsoft.com/office/drawing/2014/main" id="{4FB36B8F-335B-40F2-83BB-C2B2689DC2E9}"/>
                </a:ext>
              </a:extLst>
            </p:cNvPr>
            <p:cNvSpPr/>
            <p:nvPr/>
          </p:nvSpPr>
          <p:spPr bwMode="auto">
            <a:xfrm rot="5400000">
              <a:off x="11301184" y="6639670"/>
              <a:ext cx="134697" cy="97107"/>
            </a:xfrm>
            <a:custGeom>
              <a:avLst/>
              <a:gdLst/>
              <a:ahLst/>
              <a:cxnLst/>
              <a:rect l="0" t="0" r="r" b="b"/>
              <a:pathLst>
                <a:path w="41" h="32">
                  <a:moveTo>
                    <a:pt x="25" y="0"/>
                  </a:moveTo>
                  <a:cubicBezTo>
                    <a:pt x="41" y="13"/>
                    <a:pt x="15" y="32"/>
                    <a:pt x="4" y="18"/>
                  </a:cubicBezTo>
                  <a:cubicBezTo>
                    <a:pt x="0" y="5"/>
                    <a:pt x="15" y="0"/>
                    <a:pt x="25" y="0"/>
                  </a:cubicBezTo>
                  <a:close/>
                </a:path>
              </a:pathLst>
            </a:custGeom>
            <a:grpFill/>
            <a:ln>
              <a:noFill/>
            </a:ln>
          </p:spPr>
        </p:sp>
      </p:grpSp>
      <p:sp>
        <p:nvSpPr>
          <p:cNvPr id="2" name="Title Placeholder 1">
            <a:extLst>
              <a:ext uri="{FF2B5EF4-FFF2-40B4-BE49-F238E27FC236}">
                <a16:creationId xmlns:a16="http://schemas.microsoft.com/office/drawing/2014/main" id="{7A05E913-A9D9-4639-B104-1F07A4AF6A56}"/>
              </a:ext>
            </a:extLst>
          </p:cNvPr>
          <p:cNvSpPr>
            <a:spLocks noGrp="1"/>
          </p:cNvSpPr>
          <p:nvPr>
            <p:ph type="title"/>
          </p:nvPr>
        </p:nvSpPr>
        <p:spPr>
          <a:xfrm>
            <a:off x="1069848" y="502920"/>
            <a:ext cx="9634011"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09940CEB-B6D7-46E6-9843-51534214017A}"/>
              </a:ext>
            </a:extLst>
          </p:cNvPr>
          <p:cNvSpPr>
            <a:spLocks noGrp="1"/>
          </p:cNvSpPr>
          <p:nvPr>
            <p:ph type="body" idx="1"/>
          </p:nvPr>
        </p:nvSpPr>
        <p:spPr>
          <a:xfrm>
            <a:off x="1069848" y="1874520"/>
            <a:ext cx="9634011"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5BAC8B5-8DFB-4920-8580-54824C831A94}"/>
              </a:ext>
            </a:extLst>
          </p:cNvPr>
          <p:cNvSpPr>
            <a:spLocks noGrp="1"/>
          </p:cNvSpPr>
          <p:nvPr>
            <p:ph type="dt" sz="half" idx="2"/>
          </p:nvPr>
        </p:nvSpPr>
        <p:spPr>
          <a:xfrm>
            <a:off x="173736" y="6382512"/>
            <a:ext cx="2845901" cy="365125"/>
          </a:xfrm>
          <a:prstGeom prst="rect">
            <a:avLst/>
          </a:prstGeom>
        </p:spPr>
        <p:txBody>
          <a:bodyPr vert="horz" lIns="91440" tIns="45720" rIns="91440" bIns="45720" rtlCol="0" anchor="ctr"/>
          <a:lstStyle>
            <a:lvl1pPr algn="l">
              <a:defRPr sz="1050">
                <a:solidFill>
                  <a:schemeClr val="tx2"/>
                </a:solidFill>
              </a:defRPr>
            </a:lvl1pPr>
          </a:lstStyle>
          <a:p>
            <a:fld id="{0F082710-245A-48CB-A5F6-8BB1DF6AB298}" type="datetimeFigureOut">
              <a:rPr lang="en-US" dirty="0"/>
              <a:pPr/>
              <a:t>6/5/2026</a:t>
            </a:fld>
            <a:endParaRPr lang="en-US" dirty="0"/>
          </a:p>
        </p:txBody>
      </p:sp>
      <p:sp>
        <p:nvSpPr>
          <p:cNvPr id="5" name="Footer Placeholder 4">
            <a:extLst>
              <a:ext uri="{FF2B5EF4-FFF2-40B4-BE49-F238E27FC236}">
                <a16:creationId xmlns:a16="http://schemas.microsoft.com/office/drawing/2014/main" id="{3A9E2D5D-B616-4048-9CB8-4D316BBDB1FB}"/>
              </a:ext>
            </a:extLst>
          </p:cNvPr>
          <p:cNvSpPr>
            <a:spLocks noGrp="1"/>
          </p:cNvSpPr>
          <p:nvPr>
            <p:ph type="ftr" sz="quarter" idx="3"/>
          </p:nvPr>
        </p:nvSpPr>
        <p:spPr>
          <a:xfrm rot="5400000">
            <a:off x="-1754871" y="2093199"/>
            <a:ext cx="4157472" cy="416082"/>
          </a:xfrm>
          <a:prstGeom prst="rect">
            <a:avLst/>
          </a:prstGeom>
        </p:spPr>
        <p:txBody>
          <a:bodyPr vert="horz" lIns="91440" tIns="45720" rIns="91440" bIns="45720" rtlCol="0" anchor="ctr"/>
          <a:lstStyle>
            <a:lvl1pPr algn="l">
              <a:defRPr sz="1050">
                <a:solidFill>
                  <a:schemeClr val="tx2"/>
                </a:solidFill>
              </a:defRPr>
            </a:lvl1pPr>
          </a:lstStyle>
          <a:p>
            <a:r>
              <a:rPr lang="en-US" dirty="0"/>
              <a:t>
              </a:t>
            </a:r>
          </a:p>
        </p:txBody>
      </p:sp>
      <p:sp>
        <p:nvSpPr>
          <p:cNvPr id="6" name="Slide Number Placeholder 5">
            <a:extLst>
              <a:ext uri="{FF2B5EF4-FFF2-40B4-BE49-F238E27FC236}">
                <a16:creationId xmlns:a16="http://schemas.microsoft.com/office/drawing/2014/main" id="{63F322F0-8F3D-4AC5-9873-24666D0E0D34}"/>
              </a:ext>
            </a:extLst>
          </p:cNvPr>
          <p:cNvSpPr>
            <a:spLocks noGrp="1"/>
          </p:cNvSpPr>
          <p:nvPr>
            <p:ph type="sldNum" sz="quarter" idx="4"/>
          </p:nvPr>
        </p:nvSpPr>
        <p:spPr>
          <a:xfrm>
            <a:off x="11457919" y="6382512"/>
            <a:ext cx="500997" cy="365125"/>
          </a:xfrm>
          <a:prstGeom prst="rect">
            <a:avLst/>
          </a:prstGeom>
        </p:spPr>
        <p:txBody>
          <a:bodyPr vert="horz" lIns="91440" tIns="45720" rIns="91440" bIns="45720" rtlCol="0" anchor="ctr"/>
          <a:lstStyle>
            <a:lvl1pPr algn="r">
              <a:defRPr sz="1050">
                <a:solidFill>
                  <a:schemeClr val="tx2"/>
                </a:solidFill>
              </a:defRPr>
            </a:lvl1pPr>
          </a:lstStyle>
          <a:p>
            <a:fld id="{24578CCF-2EC4-44CB-A694-F6F6E59A3985}" type="slidenum">
              <a:rPr lang="en-US" dirty="0"/>
              <a:pPr/>
              <a:t>‹#›</a:t>
            </a:fld>
            <a:endParaRPr lang="en-US" dirty="0"/>
          </a:p>
        </p:txBody>
      </p:sp>
    </p:spTree>
    <p:extLst>
      <p:ext uri="{BB962C8B-B14F-4D97-AF65-F5344CB8AC3E}">
        <p14:creationId xmlns:p14="http://schemas.microsoft.com/office/powerpoint/2010/main" val="398646799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914400" rtl="0" eaLnBrk="1" latinLnBrk="0" hangingPunct="1">
        <a:lnSpc>
          <a:spcPct val="100000"/>
        </a:lnSpc>
        <a:spcBef>
          <a:spcPct val="0"/>
        </a:spcBef>
        <a:buNone/>
        <a:defRPr sz="4000" kern="1200">
          <a:solidFill>
            <a:schemeClr val="tx2"/>
          </a:solidFill>
          <a:latin typeface="+mj-lt"/>
          <a:ea typeface="+mj-ea"/>
          <a:cs typeface="+mj-cs"/>
        </a:defRPr>
      </a:lvl1pPr>
    </p:titleStyle>
    <p:bodyStyle>
      <a:lvl1pPr marL="228600" indent="-228600" algn="l" defTabSz="914400" rtl="0" eaLnBrk="1" latinLnBrk="0" hangingPunct="1">
        <a:lnSpc>
          <a:spcPct val="150000"/>
        </a:lnSpc>
        <a:spcBef>
          <a:spcPts val="1000"/>
        </a:spcBef>
        <a:buClr>
          <a:schemeClr val="bg2">
            <a:lumMod val="75000"/>
          </a:schemeClr>
        </a:buClr>
        <a:buFont typeface="Arial" panose="020B0604020202020204" pitchFamily="34" charset="0"/>
        <a:buChar char="•"/>
        <a:defRPr sz="2000" kern="1200">
          <a:solidFill>
            <a:schemeClr val="tx2"/>
          </a:solidFill>
          <a:latin typeface="+mn-lt"/>
          <a:ea typeface="+mn-ea"/>
          <a:cs typeface="+mn-cs"/>
        </a:defRPr>
      </a:lvl1pPr>
      <a:lvl2pPr marL="228600" indent="0" algn="l" defTabSz="914400" rtl="0" eaLnBrk="1" latinLnBrk="0" hangingPunct="1">
        <a:lnSpc>
          <a:spcPct val="150000"/>
        </a:lnSpc>
        <a:spcBef>
          <a:spcPts val="500"/>
        </a:spcBef>
        <a:buClr>
          <a:schemeClr val="bg2">
            <a:lumMod val="75000"/>
          </a:schemeClr>
        </a:buClr>
        <a:buFontTx/>
        <a:buNone/>
        <a:defRPr sz="1800" kern="1200">
          <a:solidFill>
            <a:schemeClr val="tx2"/>
          </a:solidFill>
          <a:latin typeface="+mn-lt"/>
          <a:ea typeface="+mn-ea"/>
          <a:cs typeface="+mn-cs"/>
        </a:defRPr>
      </a:lvl2pPr>
      <a:lvl3pPr marL="548640" indent="-285750" algn="l" defTabSz="914400" rtl="0" eaLnBrk="1" latinLnBrk="0" hangingPunct="1">
        <a:lnSpc>
          <a:spcPct val="150000"/>
        </a:lnSpc>
        <a:spcBef>
          <a:spcPts val="500"/>
        </a:spcBef>
        <a:buClr>
          <a:schemeClr val="bg2">
            <a:lumMod val="75000"/>
          </a:schemeClr>
        </a:buClr>
        <a:buFont typeface="Arial" panose="020B0604020202020204" pitchFamily="34" charset="0"/>
        <a:buChar char="•"/>
        <a:defRPr sz="1600" b="1" kern="1200">
          <a:solidFill>
            <a:schemeClr val="tx2"/>
          </a:solidFill>
          <a:latin typeface="+mn-lt"/>
          <a:ea typeface="+mn-ea"/>
          <a:cs typeface="+mn-cs"/>
        </a:defRPr>
      </a:lvl3pPr>
      <a:lvl4pPr marL="548640" indent="0" algn="l" defTabSz="914400" rtl="0" eaLnBrk="1" latinLnBrk="0" hangingPunct="1">
        <a:lnSpc>
          <a:spcPct val="150000"/>
        </a:lnSpc>
        <a:spcBef>
          <a:spcPts val="500"/>
        </a:spcBef>
        <a:buClr>
          <a:schemeClr val="bg2">
            <a:lumMod val="75000"/>
          </a:schemeClr>
        </a:buClr>
        <a:buFontTx/>
        <a:buNone/>
        <a:defRPr sz="1400" kern="1200">
          <a:solidFill>
            <a:schemeClr val="tx2"/>
          </a:solidFill>
          <a:latin typeface="+mn-lt"/>
          <a:ea typeface="+mn-ea"/>
          <a:cs typeface="+mn-cs"/>
        </a:defRPr>
      </a:lvl4pPr>
      <a:lvl5pPr marL="834390" indent="-285750" algn="l" defTabSz="914400" rtl="0" eaLnBrk="1" latinLnBrk="0" hangingPunct="1">
        <a:lnSpc>
          <a:spcPct val="150000"/>
        </a:lnSpc>
        <a:spcBef>
          <a:spcPts val="500"/>
        </a:spcBef>
        <a:buClr>
          <a:schemeClr val="bg2">
            <a:lumMod val="7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76">
          <p15:clr>
            <a:srgbClr val="F26B43"/>
          </p15:clr>
        </p15:guide>
        <p15:guide id="2" pos="6792">
          <p15:clr>
            <a:srgbClr val="F26B43"/>
          </p15:clr>
        </p15:guide>
        <p15:guide id="3" pos="3720">
          <p15:clr>
            <a:srgbClr val="F26B43"/>
          </p15:clr>
        </p15:guide>
        <p15:guide id="4" orient="horz"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400" b="1">
                <a:ea typeface="+mj-lt"/>
                <a:cs typeface="+mj-lt"/>
              </a:rPr>
              <a:t>Air Purifier Market Research Using AQI Analytics</a:t>
            </a:r>
            <a:endParaRPr lang="en-US" sz="4400" b="1" dirty="0"/>
          </a:p>
          <a:p>
            <a:endParaRPr lang="en-US" sz="4400" b="1" dirty="0"/>
          </a:p>
        </p:txBody>
      </p:sp>
      <p:sp>
        <p:nvSpPr>
          <p:cNvPr id="3" name="Subtitle 2"/>
          <p:cNvSpPr>
            <a:spLocks noGrp="1"/>
          </p:cNvSpPr>
          <p:nvPr>
            <p:ph type="subTitle" idx="1"/>
          </p:nvPr>
        </p:nvSpPr>
        <p:spPr>
          <a:xfrm>
            <a:off x="2978077" y="4480561"/>
            <a:ext cx="6441416" cy="1807542"/>
          </a:xfrm>
        </p:spPr>
        <p:txBody>
          <a:bodyPr vert="horz" lIns="91440" tIns="45720" rIns="91440" bIns="45720" rtlCol="0" anchor="t">
            <a:normAutofit fontScale="85000" lnSpcReduction="20000"/>
          </a:bodyPr>
          <a:lstStyle/>
          <a:p>
            <a:pPr>
              <a:lnSpc>
                <a:spcPct val="100000"/>
              </a:lnSpc>
              <a:spcBef>
                <a:spcPct val="0"/>
              </a:spcBef>
            </a:pPr>
            <a:r>
              <a:rPr lang="en-US" sz="4900">
                <a:latin typeface="Modern Love"/>
              </a:rPr>
              <a:t>Tools Used:</a:t>
            </a:r>
            <a:endParaRPr lang="en-US" sz="4900">
              <a:solidFill>
                <a:srgbClr val="000000"/>
              </a:solidFill>
              <a:latin typeface="Modern Love"/>
            </a:endParaRPr>
          </a:p>
          <a:p>
            <a:pPr>
              <a:lnSpc>
                <a:spcPct val="100000"/>
              </a:lnSpc>
              <a:spcBef>
                <a:spcPct val="0"/>
              </a:spcBef>
            </a:pPr>
            <a:r>
              <a:rPr lang="en-US" sz="4900">
                <a:latin typeface="Modern Love"/>
              </a:rPr>
              <a:t>- MySQL</a:t>
            </a:r>
            <a:endParaRPr lang="en-US" sz="4900">
              <a:solidFill>
                <a:srgbClr val="000000"/>
              </a:solidFill>
              <a:latin typeface="Modern Love"/>
            </a:endParaRPr>
          </a:p>
          <a:p>
            <a:pPr>
              <a:lnSpc>
                <a:spcPct val="100000"/>
              </a:lnSpc>
              <a:spcBef>
                <a:spcPct val="0"/>
              </a:spcBef>
            </a:pPr>
            <a:r>
              <a:rPr lang="en-US" sz="4900">
                <a:latin typeface="Modern Love"/>
              </a:rPr>
              <a:t>- Excel</a:t>
            </a:r>
            <a:endParaRPr lang="en-US" sz="4900">
              <a:solidFill>
                <a:srgbClr val="000000"/>
              </a:solidFill>
              <a:latin typeface="Modern Love"/>
            </a:endParaRPr>
          </a:p>
          <a:p>
            <a:pPr>
              <a:lnSpc>
                <a:spcPct val="100000"/>
              </a:lnSpc>
              <a:spcBef>
                <a:spcPct val="0"/>
              </a:spcBef>
            </a:pPr>
            <a:endParaRPr lang="en-US" sz="4900" dirty="0">
              <a:solidFill>
                <a:srgbClr val="323232"/>
              </a:solidFill>
              <a:latin typeface="Modern Love"/>
            </a:endParaRPr>
          </a:p>
          <a:p>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0D29B-13A0-B37F-8367-6A1BF6B3CFA9}"/>
              </a:ext>
            </a:extLst>
          </p:cNvPr>
          <p:cNvSpPr>
            <a:spLocks noGrp="1"/>
          </p:cNvSpPr>
          <p:nvPr>
            <p:ph type="title"/>
          </p:nvPr>
        </p:nvSpPr>
        <p:spPr/>
        <p:txBody>
          <a:bodyPr/>
          <a:lstStyle/>
          <a:p>
            <a:pPr algn="ctr"/>
            <a:r>
              <a:rPr lang="en-US"/>
              <a:t>PROBLEM STATEMENT</a:t>
            </a:r>
          </a:p>
        </p:txBody>
      </p:sp>
      <p:sp>
        <p:nvSpPr>
          <p:cNvPr id="3" name="Content Placeholder 2">
            <a:extLst>
              <a:ext uri="{FF2B5EF4-FFF2-40B4-BE49-F238E27FC236}">
                <a16:creationId xmlns:a16="http://schemas.microsoft.com/office/drawing/2014/main" id="{9679CE00-8235-37CE-37EE-70E14FADE4A4}"/>
              </a:ext>
            </a:extLst>
          </p:cNvPr>
          <p:cNvSpPr>
            <a:spLocks noGrp="1"/>
          </p:cNvSpPr>
          <p:nvPr>
            <p:ph idx="1"/>
          </p:nvPr>
        </p:nvSpPr>
        <p:spPr/>
        <p:txBody>
          <a:bodyPr vert="horz" lIns="91440" tIns="45720" rIns="91440" bIns="45720" rtlCol="0" anchor="t">
            <a:normAutofit fontScale="85000" lnSpcReduction="10000"/>
          </a:bodyPr>
          <a:lstStyle/>
          <a:p>
            <a:pPr algn="ctr">
              <a:buNone/>
            </a:pPr>
            <a:r>
              <a:rPr lang="en-US" b="1" dirty="0" err="1">
                <a:latin typeface="Calibri"/>
                <a:ea typeface="Calibri"/>
                <a:cs typeface="Calibri"/>
              </a:rPr>
              <a:t>AirPure</a:t>
            </a:r>
            <a:r>
              <a:rPr lang="en-US" b="1" dirty="0">
                <a:latin typeface="Calibri"/>
                <a:ea typeface="Calibri"/>
                <a:cs typeface="Calibri"/>
              </a:rPr>
              <a:t> Innovations is exploring the development of air purifiers to address India's growing air pollution crisis. Before investing in product development and manufacturing, the company needs to assess whether there is a sustainable market demand for its products. By analyzing Air Quality Index (AQI), health surveillance, vehicle registration, and population data, the company aims to identify cities with the highest pollution burden, understand the health impacts of poor air quality, and evaluate factors that drive consumer demand for air purifiers.</a:t>
            </a:r>
            <a:endParaRPr lang="en-US" dirty="0">
              <a:latin typeface="Calibri"/>
              <a:ea typeface="Calibri"/>
              <a:cs typeface="Calibri"/>
            </a:endParaRPr>
          </a:p>
          <a:p>
            <a:pPr algn="ctr">
              <a:buNone/>
            </a:pPr>
            <a:r>
              <a:rPr lang="en-US" b="1" dirty="0">
                <a:latin typeface="Calibri"/>
                <a:ea typeface="Calibri"/>
                <a:cs typeface="Calibri"/>
              </a:rPr>
              <a:t>The objective is to determine the key pollutants that should be targeted, identify high-potential markets for product launch, and provide data-driven recommendations for product features and R&amp;D strategy based on regional pollution patterns and consumer needs.</a:t>
            </a:r>
          </a:p>
          <a:p>
            <a:pPr marL="0" indent="0" algn="ctr">
              <a:buNone/>
            </a:pPr>
            <a:endParaRPr lang="en-US" dirty="0"/>
          </a:p>
        </p:txBody>
      </p:sp>
      <p:sp>
        <p:nvSpPr>
          <p:cNvPr id="4" name="Date Placeholder 3">
            <a:extLst>
              <a:ext uri="{FF2B5EF4-FFF2-40B4-BE49-F238E27FC236}">
                <a16:creationId xmlns:a16="http://schemas.microsoft.com/office/drawing/2014/main" id="{E448977B-24CE-FCB0-57DC-800FA140CA70}"/>
              </a:ext>
            </a:extLst>
          </p:cNvPr>
          <p:cNvSpPr>
            <a:spLocks noGrp="1"/>
          </p:cNvSpPr>
          <p:nvPr>
            <p:ph type="dt" sz="half" idx="10"/>
          </p:nvPr>
        </p:nvSpPr>
        <p:spPr/>
        <p:txBody>
          <a:bodyPr/>
          <a:lstStyle/>
          <a:p>
            <a:fld id="{78FDE3F5-1168-43CD-8BBC-B0EA094C892E}" type="datetime1">
              <a:t>6/5/2026</a:t>
            </a:fld>
            <a:endParaRPr lang="en-US" dirty="0"/>
          </a:p>
        </p:txBody>
      </p:sp>
      <p:sp>
        <p:nvSpPr>
          <p:cNvPr id="5" name="Footer Placeholder 4">
            <a:extLst>
              <a:ext uri="{FF2B5EF4-FFF2-40B4-BE49-F238E27FC236}">
                <a16:creationId xmlns:a16="http://schemas.microsoft.com/office/drawing/2014/main" id="{F6717297-9932-7AFE-1668-29D054C4A950}"/>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2E64DBC-C6B7-D993-7FF1-8549D4A32D56}"/>
              </a:ext>
            </a:extLst>
          </p:cNvPr>
          <p:cNvSpPr>
            <a:spLocks noGrp="1"/>
          </p:cNvSpPr>
          <p:nvPr>
            <p:ph type="sldNum" sz="quarter" idx="12"/>
          </p:nvPr>
        </p:nvSpPr>
        <p:spPr/>
        <p:txBody>
          <a:bodyPr/>
          <a:lstStyle/>
          <a:p>
            <a:fld id="{24578CCF-2EC4-44CB-A694-F6F6E59A3985}" type="slidenum">
              <a:rPr lang="en-US" dirty="0"/>
              <a:t>2</a:t>
            </a:fld>
            <a:endParaRPr lang="en-US" dirty="0"/>
          </a:p>
        </p:txBody>
      </p:sp>
    </p:spTree>
    <p:extLst>
      <p:ext uri="{BB962C8B-B14F-4D97-AF65-F5344CB8AC3E}">
        <p14:creationId xmlns:p14="http://schemas.microsoft.com/office/powerpoint/2010/main" val="818470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BA63-00EC-5EB7-5AA1-98D1B0C9A522}"/>
              </a:ext>
            </a:extLst>
          </p:cNvPr>
          <p:cNvSpPr>
            <a:spLocks noGrp="1"/>
          </p:cNvSpPr>
          <p:nvPr>
            <p:ph type="title"/>
          </p:nvPr>
        </p:nvSpPr>
        <p:spPr>
          <a:xfrm>
            <a:off x="1069848" y="445411"/>
            <a:ext cx="9634011" cy="1325563"/>
          </a:xfrm>
        </p:spPr>
        <p:txBody>
          <a:bodyPr>
            <a:normAutofit/>
          </a:bodyPr>
          <a:lstStyle/>
          <a:p>
            <a:pPr algn="ctr"/>
            <a:r>
              <a:rPr lang="en-US"/>
              <a:t>DATASET OVERVIEW</a:t>
            </a:r>
          </a:p>
        </p:txBody>
      </p:sp>
      <p:sp>
        <p:nvSpPr>
          <p:cNvPr id="3" name="Content Placeholder 2">
            <a:extLst>
              <a:ext uri="{FF2B5EF4-FFF2-40B4-BE49-F238E27FC236}">
                <a16:creationId xmlns:a16="http://schemas.microsoft.com/office/drawing/2014/main" id="{35F14216-85A8-B252-E75D-6D2B57E57749}"/>
              </a:ext>
            </a:extLst>
          </p:cNvPr>
          <p:cNvSpPr>
            <a:spLocks noGrp="1"/>
          </p:cNvSpPr>
          <p:nvPr>
            <p:ph idx="1"/>
          </p:nvPr>
        </p:nvSpPr>
        <p:spPr>
          <a:xfrm>
            <a:off x="1069848" y="1773878"/>
            <a:ext cx="9634011" cy="4811414"/>
          </a:xfrm>
        </p:spPr>
        <p:txBody>
          <a:bodyPr vert="horz" lIns="91440" tIns="45720" rIns="91440" bIns="45720" rtlCol="0" anchor="t">
            <a:normAutofit/>
          </a:bodyPr>
          <a:lstStyle/>
          <a:p>
            <a:pPr marL="0" indent="0">
              <a:buNone/>
            </a:pPr>
            <a:r>
              <a:rPr lang="en-US" sz="1600" dirty="0">
                <a:solidFill>
                  <a:srgbClr val="303030"/>
                </a:solidFill>
                <a:highlight>
                  <a:srgbClr val="FFFFFF"/>
                </a:highlight>
                <a:ea typeface="+mn-lt"/>
                <a:cs typeface="+mn-lt"/>
              </a:rPr>
              <a:t>The data for this project is sourced from the </a:t>
            </a:r>
            <a:r>
              <a:rPr lang="en-US" sz="1600" b="1" dirty="0">
                <a:solidFill>
                  <a:srgbClr val="303030"/>
                </a:solidFill>
                <a:highlight>
                  <a:srgbClr val="FFFFFF"/>
                </a:highlight>
                <a:ea typeface="+mn-lt"/>
                <a:cs typeface="+mn-lt"/>
              </a:rPr>
              <a:t>"</a:t>
            </a:r>
            <a:r>
              <a:rPr lang="en-US" sz="1600" b="1" dirty="0" err="1">
                <a:solidFill>
                  <a:srgbClr val="303030"/>
                </a:solidFill>
                <a:highlight>
                  <a:srgbClr val="FFFFFF"/>
                </a:highlight>
                <a:ea typeface="+mn-lt"/>
                <a:cs typeface="+mn-lt"/>
              </a:rPr>
              <a:t>Dataful</a:t>
            </a:r>
            <a:r>
              <a:rPr lang="en-US" sz="1600" b="1" dirty="0">
                <a:solidFill>
                  <a:srgbClr val="303030"/>
                </a:solidFill>
                <a:highlight>
                  <a:srgbClr val="FFFFFF"/>
                </a:highlight>
                <a:ea typeface="+mn-lt"/>
                <a:cs typeface="+mn-lt"/>
              </a:rPr>
              <a:t>" platform</a:t>
            </a:r>
            <a:r>
              <a:rPr lang="en-US" sz="1600" dirty="0">
                <a:solidFill>
                  <a:srgbClr val="303030"/>
                </a:solidFill>
                <a:highlight>
                  <a:srgbClr val="FFFFFF"/>
                </a:highlight>
                <a:ea typeface="+mn-lt"/>
                <a:cs typeface="+mn-lt"/>
              </a:rPr>
              <a:t> and spans primarily from the years </a:t>
            </a:r>
            <a:r>
              <a:rPr lang="en-US" sz="1600" b="1" dirty="0">
                <a:solidFill>
                  <a:srgbClr val="303030"/>
                </a:solidFill>
                <a:highlight>
                  <a:srgbClr val="FFFFFF"/>
                </a:highlight>
                <a:ea typeface="+mn-lt"/>
                <a:cs typeface="+mn-lt"/>
              </a:rPr>
              <a:t>2022 to 2025</a:t>
            </a:r>
            <a:r>
              <a:rPr lang="en-US" sz="1600" dirty="0">
                <a:solidFill>
                  <a:srgbClr val="303030"/>
                </a:solidFill>
                <a:highlight>
                  <a:srgbClr val="FFFFFF"/>
                </a:highlight>
                <a:ea typeface="+mn-lt"/>
                <a:cs typeface="+mn-lt"/>
              </a:rPr>
              <a:t>. The analysis relies on one primary environmental dataset and three secondary socio-demographic datasets.</a:t>
            </a:r>
            <a:endParaRPr lang="en-US" sz="1600" dirty="0">
              <a:solidFill>
                <a:srgbClr val="303030"/>
              </a:solidFill>
              <a:highlight>
                <a:srgbClr val="F2F2F2"/>
              </a:highlight>
              <a:ea typeface="+mn-lt"/>
              <a:cs typeface="+mn-lt"/>
            </a:endParaRPr>
          </a:p>
          <a:p>
            <a:pPr>
              <a:buClr>
                <a:srgbClr val="C3B2A7"/>
              </a:buClr>
              <a:buFont typeface="Arial"/>
              <a:buChar char="•"/>
            </a:pPr>
            <a:r>
              <a:rPr lang="en-US" sz="1600" b="1" dirty="0" err="1">
                <a:solidFill>
                  <a:schemeClr val="tx1"/>
                </a:solidFill>
                <a:ea typeface="+mn-lt"/>
                <a:cs typeface="+mn-lt"/>
              </a:rPr>
              <a:t>AQI_Data</a:t>
            </a:r>
            <a:r>
              <a:rPr lang="en-US" sz="1600" dirty="0">
                <a:solidFill>
                  <a:srgbClr val="303030"/>
                </a:solidFill>
                <a:highlight>
                  <a:srgbClr val="FFFFFF"/>
                </a:highlight>
                <a:ea typeface="+mn-lt"/>
                <a:cs typeface="+mn-lt"/>
              </a:rPr>
              <a:t>: Contains daily air quality monitoring data across major cities and towns, tracking AQI values, prominent pollutants, and air quality status.</a:t>
            </a:r>
            <a:endParaRPr lang="en-US" sz="1600"/>
          </a:p>
          <a:p>
            <a:pPr>
              <a:buFont typeface="Arial"/>
              <a:buChar char="•"/>
            </a:pPr>
            <a:r>
              <a:rPr lang="en-US" sz="1600" b="1" dirty="0" err="1">
                <a:solidFill>
                  <a:srgbClr val="303030"/>
                </a:solidFill>
                <a:highlight>
                  <a:srgbClr val="F2F2F2"/>
                </a:highlight>
                <a:ea typeface="+mn-lt"/>
                <a:cs typeface="+mn-lt"/>
              </a:rPr>
              <a:t>Disease_Surveillance_Data</a:t>
            </a:r>
            <a:r>
              <a:rPr lang="en-US" sz="1600" dirty="0">
                <a:solidFill>
                  <a:srgbClr val="303030"/>
                </a:solidFill>
                <a:highlight>
                  <a:srgbClr val="FFFFFF"/>
                </a:highlight>
                <a:ea typeface="+mn-lt"/>
                <a:cs typeface="+mn-lt"/>
              </a:rPr>
              <a:t>: Maintains disease surveillance data under the Integrated Disease Surveillance </a:t>
            </a:r>
            <a:r>
              <a:rPr lang="en-US" sz="1600" dirty="0" err="1">
                <a:solidFill>
                  <a:srgbClr val="303030"/>
                </a:solidFill>
                <a:highlight>
                  <a:srgbClr val="FFFFFF"/>
                </a:highlight>
                <a:ea typeface="+mn-lt"/>
                <a:cs typeface="+mn-lt"/>
              </a:rPr>
              <a:t>Programme</a:t>
            </a:r>
            <a:r>
              <a:rPr lang="en-US" sz="1600" dirty="0">
                <a:solidFill>
                  <a:srgbClr val="303030"/>
                </a:solidFill>
                <a:highlight>
                  <a:srgbClr val="FFFFFF"/>
                </a:highlight>
                <a:ea typeface="+mn-lt"/>
                <a:cs typeface="+mn-lt"/>
              </a:rPr>
              <a:t> (IDSP), tracking disease outbreaks, cases, and deaths across Indian states.</a:t>
            </a:r>
            <a:endParaRPr lang="en-US" sz="1600" dirty="0"/>
          </a:p>
          <a:p>
            <a:pPr>
              <a:buFont typeface="Arial"/>
              <a:buChar char="•"/>
            </a:pPr>
            <a:r>
              <a:rPr lang="en-US" sz="1600" b="1" dirty="0" err="1">
                <a:solidFill>
                  <a:srgbClr val="303030"/>
                </a:solidFill>
                <a:highlight>
                  <a:srgbClr val="F2F2F2"/>
                </a:highlight>
                <a:ea typeface="+mn-lt"/>
                <a:cs typeface="+mn-lt"/>
              </a:rPr>
              <a:t>Vehicle_Registration_Data</a:t>
            </a:r>
            <a:r>
              <a:rPr lang="en-US" sz="1600" dirty="0">
                <a:solidFill>
                  <a:srgbClr val="303030"/>
                </a:solidFill>
                <a:highlight>
                  <a:srgbClr val="FFFFFF"/>
                </a:highlight>
                <a:ea typeface="+mn-lt"/>
                <a:cs typeface="+mn-lt"/>
              </a:rPr>
              <a:t>: Details vehicle registrations across states, categorized by vehicle class and fuel type (e.g., EV, Petrol, Diesel) to support environmental impact assessments.</a:t>
            </a:r>
            <a:endParaRPr lang="en-US" sz="1600" dirty="0"/>
          </a:p>
          <a:p>
            <a:pPr>
              <a:buFont typeface="Arial"/>
              <a:buChar char="•"/>
            </a:pPr>
            <a:r>
              <a:rPr lang="en-US" sz="1600" b="1" dirty="0" err="1">
                <a:solidFill>
                  <a:srgbClr val="303030"/>
                </a:solidFill>
                <a:highlight>
                  <a:srgbClr val="F2F2F2"/>
                </a:highlight>
                <a:ea typeface="+mn-lt"/>
                <a:cs typeface="+mn-lt"/>
              </a:rPr>
              <a:t>Population_Projections</a:t>
            </a:r>
            <a:r>
              <a:rPr lang="en-US" sz="1600" b="1" dirty="0">
                <a:solidFill>
                  <a:srgbClr val="303030"/>
                </a:solidFill>
                <a:highlight>
                  <a:srgbClr val="FFFFFF"/>
                </a:highlight>
                <a:ea typeface="+mn-lt"/>
                <a:cs typeface="+mn-lt"/>
              </a:rPr>
              <a:t>:</a:t>
            </a:r>
            <a:r>
              <a:rPr lang="en-US" sz="1600" dirty="0">
                <a:solidFill>
                  <a:srgbClr val="303030"/>
                </a:solidFill>
                <a:highlight>
                  <a:srgbClr val="FFFFFF"/>
                </a:highlight>
                <a:ea typeface="+mn-lt"/>
                <a:cs typeface="+mn-lt"/>
              </a:rPr>
              <a:t> Contains official demographic forecasts for Indian states broken down by year, month, and gender.</a:t>
            </a:r>
            <a:endParaRPr lang="en-US" sz="1600" dirty="0"/>
          </a:p>
          <a:p>
            <a:pPr marL="0" indent="0">
              <a:buNone/>
            </a:pPr>
            <a:endParaRPr lang="en-US" sz="1600" b="1" dirty="0">
              <a:solidFill>
                <a:srgbClr val="303030"/>
              </a:solidFill>
              <a:highlight>
                <a:srgbClr val="FFFFFF"/>
              </a:highlight>
            </a:endParaRPr>
          </a:p>
        </p:txBody>
      </p:sp>
      <p:sp>
        <p:nvSpPr>
          <p:cNvPr id="4" name="Date Placeholder 3">
            <a:extLst>
              <a:ext uri="{FF2B5EF4-FFF2-40B4-BE49-F238E27FC236}">
                <a16:creationId xmlns:a16="http://schemas.microsoft.com/office/drawing/2014/main" id="{63E2F3BE-C739-C39C-5E41-FB4F3B7FCB62}"/>
              </a:ext>
            </a:extLst>
          </p:cNvPr>
          <p:cNvSpPr>
            <a:spLocks noGrp="1"/>
          </p:cNvSpPr>
          <p:nvPr>
            <p:ph type="dt" sz="half" idx="10"/>
          </p:nvPr>
        </p:nvSpPr>
        <p:spPr/>
        <p:txBody>
          <a:bodyPr/>
          <a:lstStyle/>
          <a:p>
            <a:fld id="{BA1B9E5D-D5B2-408D-B6ED-BC68B024AD33}" type="datetime1">
              <a:t>6/5/2026</a:t>
            </a:fld>
            <a:endParaRPr lang="en-US" dirty="0"/>
          </a:p>
        </p:txBody>
      </p:sp>
      <p:sp>
        <p:nvSpPr>
          <p:cNvPr id="5" name="Footer Placeholder 4">
            <a:extLst>
              <a:ext uri="{FF2B5EF4-FFF2-40B4-BE49-F238E27FC236}">
                <a16:creationId xmlns:a16="http://schemas.microsoft.com/office/drawing/2014/main" id="{CCB3B842-B298-9AAE-5613-02C677D269A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B104350-E2A9-3593-D854-0854C9DAE505}"/>
              </a:ext>
            </a:extLst>
          </p:cNvPr>
          <p:cNvSpPr>
            <a:spLocks noGrp="1"/>
          </p:cNvSpPr>
          <p:nvPr>
            <p:ph type="sldNum" sz="quarter" idx="12"/>
          </p:nvPr>
        </p:nvSpPr>
        <p:spPr/>
        <p:txBody>
          <a:bodyPr/>
          <a:lstStyle/>
          <a:p>
            <a:fld id="{24578CCF-2EC4-44CB-A694-F6F6E59A3985}" type="slidenum">
              <a:rPr lang="en-US" dirty="0"/>
              <a:t>3</a:t>
            </a:fld>
            <a:endParaRPr lang="en-US" dirty="0"/>
          </a:p>
        </p:txBody>
      </p:sp>
    </p:spTree>
    <p:extLst>
      <p:ext uri="{BB962C8B-B14F-4D97-AF65-F5344CB8AC3E}">
        <p14:creationId xmlns:p14="http://schemas.microsoft.com/office/powerpoint/2010/main" val="1605727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0E2BD-DC09-02A5-1292-EF90DFA940DC}"/>
              </a:ext>
            </a:extLst>
          </p:cNvPr>
          <p:cNvSpPr>
            <a:spLocks noGrp="1"/>
          </p:cNvSpPr>
          <p:nvPr>
            <p:ph type="title"/>
          </p:nvPr>
        </p:nvSpPr>
        <p:spPr/>
        <p:txBody>
          <a:bodyPr/>
          <a:lstStyle/>
          <a:p>
            <a:pPr algn="ctr"/>
            <a:r>
              <a:rPr lang="en-US"/>
              <a:t>AQI ANALYSIS</a:t>
            </a:r>
          </a:p>
        </p:txBody>
      </p:sp>
      <p:sp>
        <p:nvSpPr>
          <p:cNvPr id="3" name="Content Placeholder 2">
            <a:extLst>
              <a:ext uri="{FF2B5EF4-FFF2-40B4-BE49-F238E27FC236}">
                <a16:creationId xmlns:a16="http://schemas.microsoft.com/office/drawing/2014/main" id="{B08A2BCD-FD0B-DE94-EC6F-42972492AD41}"/>
              </a:ext>
            </a:extLst>
          </p:cNvPr>
          <p:cNvSpPr>
            <a:spLocks noGrp="1"/>
          </p:cNvSpPr>
          <p:nvPr>
            <p:ph idx="1"/>
          </p:nvPr>
        </p:nvSpPr>
        <p:spPr/>
        <p:txBody>
          <a:bodyPr vert="horz" lIns="91440" tIns="45720" rIns="91440" bIns="45720" rtlCol="0" anchor="t">
            <a:normAutofit/>
          </a:bodyPr>
          <a:lstStyle/>
          <a:p>
            <a:r>
              <a:rPr lang="en-US">
                <a:ea typeface="+mn-lt"/>
                <a:cs typeface="+mn-lt"/>
              </a:rPr>
              <a:t>List the top 5 and bottom 5 areas with highest average AQI.</a:t>
            </a:r>
          </a:p>
          <a:p>
            <a:pPr marL="0" indent="0">
              <a:buClr>
                <a:srgbClr val="C3B2A7"/>
              </a:buClr>
              <a:buNone/>
            </a:pPr>
            <a:endParaRPr lang="en-US" dirty="0"/>
          </a:p>
        </p:txBody>
      </p:sp>
      <p:sp>
        <p:nvSpPr>
          <p:cNvPr id="4" name="Date Placeholder 3">
            <a:extLst>
              <a:ext uri="{FF2B5EF4-FFF2-40B4-BE49-F238E27FC236}">
                <a16:creationId xmlns:a16="http://schemas.microsoft.com/office/drawing/2014/main" id="{9BE480AD-7393-68A3-D86E-0BE4642BED5A}"/>
              </a:ext>
            </a:extLst>
          </p:cNvPr>
          <p:cNvSpPr>
            <a:spLocks noGrp="1"/>
          </p:cNvSpPr>
          <p:nvPr>
            <p:ph type="dt" sz="half" idx="10"/>
          </p:nvPr>
        </p:nvSpPr>
        <p:spPr/>
        <p:txBody>
          <a:bodyPr/>
          <a:lstStyle/>
          <a:p>
            <a:fld id="{BC2F9E76-2C22-4091-8FB4-D0B411F5D830}" type="datetime1">
              <a:t>6/5/2026</a:t>
            </a:fld>
            <a:endParaRPr lang="en-US" dirty="0"/>
          </a:p>
        </p:txBody>
      </p:sp>
      <p:sp>
        <p:nvSpPr>
          <p:cNvPr id="5" name="Footer Placeholder 4">
            <a:extLst>
              <a:ext uri="{FF2B5EF4-FFF2-40B4-BE49-F238E27FC236}">
                <a16:creationId xmlns:a16="http://schemas.microsoft.com/office/drawing/2014/main" id="{B9A56C48-79B3-7CC7-66CB-11D40F9EFCF0}"/>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405E2BB-F2AA-A3C5-ACC6-9D0B913AC238}"/>
              </a:ext>
            </a:extLst>
          </p:cNvPr>
          <p:cNvSpPr>
            <a:spLocks noGrp="1"/>
          </p:cNvSpPr>
          <p:nvPr>
            <p:ph type="sldNum" sz="quarter" idx="12"/>
          </p:nvPr>
        </p:nvSpPr>
        <p:spPr/>
        <p:txBody>
          <a:bodyPr/>
          <a:lstStyle/>
          <a:p>
            <a:fld id="{24578CCF-2EC4-44CB-A694-F6F6E59A3985}" type="slidenum">
              <a:rPr lang="en-US" dirty="0"/>
              <a:t>4</a:t>
            </a:fld>
            <a:endParaRPr lang="en-US" dirty="0"/>
          </a:p>
        </p:txBody>
      </p:sp>
      <p:graphicFrame>
        <p:nvGraphicFramePr>
          <p:cNvPr id="9" name="Chart 8">
            <a:extLst>
              <a:ext uri="{FF2B5EF4-FFF2-40B4-BE49-F238E27FC236}">
                <a16:creationId xmlns:a16="http://schemas.microsoft.com/office/drawing/2014/main" id="{E5763C51-E67F-5E29-9AB6-6B635883A13E}"/>
              </a:ext>
            </a:extLst>
          </p:cNvPr>
          <p:cNvGraphicFramePr>
            <a:graphicFrameLocks/>
          </p:cNvGraphicFramePr>
          <p:nvPr>
            <p:extLst>
              <p:ext uri="{D42A27DB-BD31-4B8C-83A1-F6EECF244321}">
                <p14:modId xmlns:p14="http://schemas.microsoft.com/office/powerpoint/2010/main" val="3134798792"/>
              </p:ext>
            </p:extLst>
          </p:nvPr>
        </p:nvGraphicFramePr>
        <p:xfrm>
          <a:off x="6787999" y="2120446"/>
          <a:ext cx="4330096" cy="225939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73059490-22C1-8687-9FF8-A40EEC9B5241}"/>
              </a:ext>
              <a:ext uri="{147F2762-F138-4A5C-976F-8EAC2B608ADB}">
                <a16:predDERef xmlns:a16="http://schemas.microsoft.com/office/drawing/2014/main" pred="{E5763C51-E67F-5E29-9AB6-6B635883A13E}"/>
              </a:ext>
            </a:extLst>
          </p:cNvPr>
          <p:cNvGraphicFramePr>
            <a:graphicFrameLocks/>
          </p:cNvGraphicFramePr>
          <p:nvPr>
            <p:extLst>
              <p:ext uri="{D42A27DB-BD31-4B8C-83A1-F6EECF244321}">
                <p14:modId xmlns:p14="http://schemas.microsoft.com/office/powerpoint/2010/main" val="1364972618"/>
              </p:ext>
            </p:extLst>
          </p:nvPr>
        </p:nvGraphicFramePr>
        <p:xfrm>
          <a:off x="7283903" y="4382256"/>
          <a:ext cx="3834191" cy="2477105"/>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130C414B-A5FC-6743-57F1-29561A926CBF}"/>
              </a:ext>
            </a:extLst>
          </p:cNvPr>
          <p:cNvSpPr txBox="1"/>
          <p:nvPr/>
        </p:nvSpPr>
        <p:spPr>
          <a:xfrm>
            <a:off x="1064381" y="2497667"/>
            <a:ext cx="609600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Key Findings</a:t>
            </a:r>
          </a:p>
          <a:p>
            <a:pPr>
              <a:buFont typeface=""/>
              <a:buChar char="•"/>
            </a:pPr>
            <a:r>
              <a:rPr lang="en-US"/>
              <a:t>These cities consistently recorded </a:t>
            </a:r>
            <a:r>
              <a:rPr lang="en-US" b="1"/>
              <a:t>poor to very poor AQI levels</a:t>
            </a:r>
            <a:r>
              <a:rPr lang="en-US"/>
              <a:t>, indicating a high concentration of harmful pollutants. </a:t>
            </a:r>
          </a:p>
          <a:p>
            <a:pPr>
              <a:buFont typeface=""/>
              <a:buChar char="•"/>
            </a:pPr>
            <a:r>
              <a:rPr lang="en-US"/>
              <a:t>Residents in these cities face a greater risk of respiratory illnesses, asthma, and cardiovascular diseases. </a:t>
            </a:r>
          </a:p>
          <a:p>
            <a:pPr>
              <a:buFont typeface=""/>
              <a:buChar char="•"/>
            </a:pPr>
            <a:r>
              <a:rPr lang="en-US"/>
              <a:t>Persistent pollution suggests a </a:t>
            </a:r>
            <a:r>
              <a:rPr lang="en-US" b="1"/>
              <a:t>strong and sustained demand for air purification solutions</a:t>
            </a:r>
            <a:r>
              <a:rPr lang="en-US"/>
              <a:t>. </a:t>
            </a:r>
          </a:p>
          <a:p>
            <a:pPr>
              <a:buFont typeface=""/>
              <a:buChar char="•"/>
            </a:pPr>
            <a:r>
              <a:rPr lang="en-US"/>
              <a:t>Industrial emissions, high vehicle density, construction activities, and unfavorable weather conditions are likely major contributors. </a:t>
            </a:r>
          </a:p>
          <a:p>
            <a:pPr>
              <a:buFont typeface=""/>
              <a:buChar char="•"/>
            </a:pPr>
            <a:r>
              <a:rPr lang="en-US"/>
              <a:t>These cities should be prioritized as </a:t>
            </a:r>
            <a:r>
              <a:rPr lang="en-US" b="1"/>
              <a:t>primary target markets</a:t>
            </a:r>
            <a:r>
              <a:rPr lang="en-US"/>
              <a:t> for AirPure Innovations.</a:t>
            </a:r>
          </a:p>
          <a:p>
            <a:pPr algn="ctr"/>
            <a:endParaRPr lang="en-US"/>
          </a:p>
        </p:txBody>
      </p:sp>
    </p:spTree>
    <p:extLst>
      <p:ext uri="{BB962C8B-B14F-4D97-AF65-F5344CB8AC3E}">
        <p14:creationId xmlns:p14="http://schemas.microsoft.com/office/powerpoint/2010/main" val="1961225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2B5E7-E875-8691-88C1-0D04F62862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8D8AE2-9EC5-6459-C97B-754A49B9B871}"/>
              </a:ext>
            </a:extLst>
          </p:cNvPr>
          <p:cNvSpPr>
            <a:spLocks noGrp="1"/>
          </p:cNvSpPr>
          <p:nvPr>
            <p:ph type="title"/>
          </p:nvPr>
        </p:nvSpPr>
        <p:spPr/>
        <p:txBody>
          <a:bodyPr/>
          <a:lstStyle/>
          <a:p>
            <a:pPr algn="ctr"/>
            <a:r>
              <a:rPr lang="en-US"/>
              <a:t>AQI ANALYSIS</a:t>
            </a:r>
          </a:p>
        </p:txBody>
      </p:sp>
      <p:sp>
        <p:nvSpPr>
          <p:cNvPr id="3" name="Content Placeholder 2">
            <a:extLst>
              <a:ext uri="{FF2B5EF4-FFF2-40B4-BE49-F238E27FC236}">
                <a16:creationId xmlns:a16="http://schemas.microsoft.com/office/drawing/2014/main" id="{417E55EE-C465-B064-A12E-772DC9FBEC76}"/>
              </a:ext>
            </a:extLst>
          </p:cNvPr>
          <p:cNvSpPr>
            <a:spLocks noGrp="1"/>
          </p:cNvSpPr>
          <p:nvPr>
            <p:ph idx="1"/>
          </p:nvPr>
        </p:nvSpPr>
        <p:spPr/>
        <p:txBody>
          <a:bodyPr vert="horz" lIns="91440" tIns="45720" rIns="91440" bIns="45720" rtlCol="0" anchor="t">
            <a:normAutofit/>
          </a:bodyPr>
          <a:lstStyle/>
          <a:p>
            <a:pPr>
              <a:buClr>
                <a:srgbClr val="C3B2A7"/>
              </a:buClr>
            </a:pPr>
            <a:r>
              <a:rPr lang="en-US">
                <a:ea typeface="+mn-lt"/>
                <a:cs typeface="+mn-lt"/>
              </a:rPr>
              <a:t>Weekday vs Weekend AQI</a:t>
            </a:r>
          </a:p>
          <a:p>
            <a:pPr marL="0" indent="0">
              <a:buClr>
                <a:srgbClr val="C3B2A7"/>
              </a:buClr>
              <a:buNone/>
            </a:pPr>
            <a:endParaRPr lang="en-US" dirty="0"/>
          </a:p>
        </p:txBody>
      </p:sp>
      <p:sp>
        <p:nvSpPr>
          <p:cNvPr id="4" name="Date Placeholder 3">
            <a:extLst>
              <a:ext uri="{FF2B5EF4-FFF2-40B4-BE49-F238E27FC236}">
                <a16:creationId xmlns:a16="http://schemas.microsoft.com/office/drawing/2014/main" id="{1A5D0B92-BAE8-8F4F-E621-C42BE1CE6977}"/>
              </a:ext>
            </a:extLst>
          </p:cNvPr>
          <p:cNvSpPr>
            <a:spLocks noGrp="1"/>
          </p:cNvSpPr>
          <p:nvPr>
            <p:ph type="dt" sz="half" idx="10"/>
          </p:nvPr>
        </p:nvSpPr>
        <p:spPr/>
        <p:txBody>
          <a:bodyPr/>
          <a:lstStyle/>
          <a:p>
            <a:fld id="{BC2F9E76-2C22-4091-8FB4-D0B411F5D830}" type="datetime1">
              <a:t>6/5/2026</a:t>
            </a:fld>
            <a:endParaRPr lang="en-US" dirty="0"/>
          </a:p>
        </p:txBody>
      </p:sp>
      <p:sp>
        <p:nvSpPr>
          <p:cNvPr id="5" name="Footer Placeholder 4">
            <a:extLst>
              <a:ext uri="{FF2B5EF4-FFF2-40B4-BE49-F238E27FC236}">
                <a16:creationId xmlns:a16="http://schemas.microsoft.com/office/drawing/2014/main" id="{7BEC1EBF-9C7B-F7AB-B9E2-65BAA112DD5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3FE69A8-FBD5-615B-25FE-6429E11944FF}"/>
              </a:ext>
            </a:extLst>
          </p:cNvPr>
          <p:cNvSpPr>
            <a:spLocks noGrp="1"/>
          </p:cNvSpPr>
          <p:nvPr>
            <p:ph type="sldNum" sz="quarter" idx="12"/>
          </p:nvPr>
        </p:nvSpPr>
        <p:spPr/>
        <p:txBody>
          <a:bodyPr/>
          <a:lstStyle/>
          <a:p>
            <a:fld id="{24578CCF-2EC4-44CB-A694-F6F6E59A3985}" type="slidenum">
              <a:rPr lang="en-US" dirty="0"/>
              <a:t>5</a:t>
            </a:fld>
            <a:endParaRPr lang="en-US" dirty="0"/>
          </a:p>
        </p:txBody>
      </p:sp>
      <p:graphicFrame>
        <p:nvGraphicFramePr>
          <p:cNvPr id="7" name="Chart 6">
            <a:extLst>
              <a:ext uri="{FF2B5EF4-FFF2-40B4-BE49-F238E27FC236}">
                <a16:creationId xmlns:a16="http://schemas.microsoft.com/office/drawing/2014/main" id="{059C3850-472F-18C9-E159-1A56A6C834F6}"/>
              </a:ext>
              <a:ext uri="{147F2762-F138-4A5C-976F-8EAC2B608ADB}">
                <a16:predDERef xmlns:a16="http://schemas.microsoft.com/office/drawing/2014/main" pred="{317A89EB-D877-D317-54C3-07551B3DA580}"/>
              </a:ext>
            </a:extLst>
          </p:cNvPr>
          <p:cNvGraphicFramePr>
            <a:graphicFrameLocks/>
          </p:cNvGraphicFramePr>
          <p:nvPr>
            <p:extLst>
              <p:ext uri="{D42A27DB-BD31-4B8C-83A1-F6EECF244321}">
                <p14:modId xmlns:p14="http://schemas.microsoft.com/office/powerpoint/2010/main" val="3158181535"/>
              </p:ext>
            </p:extLst>
          </p:nvPr>
        </p:nvGraphicFramePr>
        <p:xfrm>
          <a:off x="6800093" y="2301875"/>
          <a:ext cx="3906762" cy="44244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Table 11">
            <a:extLst>
              <a:ext uri="{FF2B5EF4-FFF2-40B4-BE49-F238E27FC236}">
                <a16:creationId xmlns:a16="http://schemas.microsoft.com/office/drawing/2014/main" id="{4E33DE98-CA0E-5BD6-9760-C73D805D69C9}"/>
              </a:ext>
            </a:extLst>
          </p:cNvPr>
          <p:cNvGraphicFramePr>
            <a:graphicFrameLocks noGrp="1"/>
          </p:cNvGraphicFramePr>
          <p:nvPr>
            <p:extLst>
              <p:ext uri="{D42A27DB-BD31-4B8C-83A1-F6EECF244321}">
                <p14:modId xmlns:p14="http://schemas.microsoft.com/office/powerpoint/2010/main" val="2039024325"/>
              </p:ext>
            </p:extLst>
          </p:nvPr>
        </p:nvGraphicFramePr>
        <p:xfrm>
          <a:off x="786190" y="2660952"/>
          <a:ext cx="5728606" cy="3739678"/>
        </p:xfrm>
        <a:graphic>
          <a:graphicData uri="http://schemas.openxmlformats.org/drawingml/2006/table">
            <a:tbl>
              <a:tblPr bandRow="1">
                <a:tableStyleId>{5C22544A-7EE6-4342-B048-85BDC9FD1C3A}</a:tableStyleId>
              </a:tblPr>
              <a:tblGrid>
                <a:gridCol w="1566797">
                  <a:extLst>
                    <a:ext uri="{9D8B030D-6E8A-4147-A177-3AD203B41FA5}">
                      <a16:colId xmlns:a16="http://schemas.microsoft.com/office/drawing/2014/main" val="3311093397"/>
                    </a:ext>
                  </a:extLst>
                </a:gridCol>
                <a:gridCol w="2056424">
                  <a:extLst>
                    <a:ext uri="{9D8B030D-6E8A-4147-A177-3AD203B41FA5}">
                      <a16:colId xmlns:a16="http://schemas.microsoft.com/office/drawing/2014/main" val="3221799487"/>
                    </a:ext>
                  </a:extLst>
                </a:gridCol>
                <a:gridCol w="2105385">
                  <a:extLst>
                    <a:ext uri="{9D8B030D-6E8A-4147-A177-3AD203B41FA5}">
                      <a16:colId xmlns:a16="http://schemas.microsoft.com/office/drawing/2014/main" val="1449710353"/>
                    </a:ext>
                  </a:extLst>
                </a:gridCol>
              </a:tblGrid>
              <a:tr h="813598">
                <a:tc>
                  <a:txBody>
                    <a:bodyPr/>
                    <a:lstStyle/>
                    <a:p>
                      <a:pPr>
                        <a:buNone/>
                      </a:pPr>
                      <a:r>
                        <a:rPr lang="en-US" b="1">
                          <a:solidFill>
                            <a:srgbClr val="FFFFFF"/>
                          </a:solidFill>
                          <a:effectLst/>
                        </a:rPr>
                        <a:t>AREA</a:t>
                      </a:r>
                    </a:p>
                  </a:txBody>
                  <a:tcPr anchor="ctr">
                    <a:lnL>
                      <a:noFill/>
                    </a:lnL>
                    <a:lnR>
                      <a:noFill/>
                    </a:lnR>
                    <a:lnT>
                      <a:noFill/>
                    </a:lnT>
                    <a:lnB>
                      <a:noFill/>
                    </a:lnB>
                    <a:solidFill>
                      <a:srgbClr val="145F82"/>
                    </a:solidFill>
                  </a:tcPr>
                </a:tc>
                <a:tc>
                  <a:txBody>
                    <a:bodyPr/>
                    <a:lstStyle/>
                    <a:p>
                      <a:pPr>
                        <a:buNone/>
                      </a:pPr>
                      <a:r>
                        <a:rPr lang="en-US" b="1">
                          <a:solidFill>
                            <a:srgbClr val="FFFFFF"/>
                          </a:solidFill>
                          <a:effectLst/>
                        </a:rPr>
                        <a:t>WEEKDAY_AQI</a:t>
                      </a:r>
                    </a:p>
                  </a:txBody>
                  <a:tcPr anchor="ctr">
                    <a:lnL>
                      <a:noFill/>
                    </a:lnL>
                    <a:lnR>
                      <a:noFill/>
                    </a:lnR>
                    <a:lnT>
                      <a:noFill/>
                    </a:lnT>
                    <a:lnB>
                      <a:noFill/>
                    </a:lnB>
                    <a:solidFill>
                      <a:srgbClr val="145F82"/>
                    </a:solidFill>
                  </a:tcPr>
                </a:tc>
                <a:tc>
                  <a:txBody>
                    <a:bodyPr/>
                    <a:lstStyle/>
                    <a:p>
                      <a:pPr>
                        <a:buNone/>
                      </a:pPr>
                      <a:r>
                        <a:rPr lang="en-US" b="1">
                          <a:solidFill>
                            <a:srgbClr val="FFFFFF"/>
                          </a:solidFill>
                          <a:effectLst/>
                        </a:rPr>
                        <a:t>WEEKEND_AQI</a:t>
                      </a:r>
                    </a:p>
                  </a:txBody>
                  <a:tcPr anchor="ctr">
                    <a:lnL>
                      <a:noFill/>
                    </a:lnL>
                    <a:lnR>
                      <a:noFill/>
                    </a:lnR>
                    <a:lnT>
                      <a:noFill/>
                    </a:lnT>
                    <a:lnB>
                      <a:noFill/>
                    </a:lnB>
                    <a:solidFill>
                      <a:srgbClr val="145F82"/>
                    </a:solidFill>
                  </a:tcPr>
                </a:tc>
                <a:extLst>
                  <a:ext uri="{0D108BD9-81ED-4DB2-BD59-A6C34878D82A}">
                    <a16:rowId xmlns:a16="http://schemas.microsoft.com/office/drawing/2014/main" val="4014631260"/>
                  </a:ext>
                </a:extLst>
              </a:tr>
              <a:tr h="342568">
                <a:tc>
                  <a:txBody>
                    <a:bodyPr/>
                    <a:lstStyle/>
                    <a:p>
                      <a:pPr>
                        <a:buNone/>
                      </a:pPr>
                      <a:r>
                        <a:rPr lang="en-US">
                          <a:effectLst/>
                        </a:rPr>
                        <a:t>Mumbai</a:t>
                      </a:r>
                    </a:p>
                  </a:txBody>
                  <a:tcPr anchor="ctr">
                    <a:lnL>
                      <a:noFill/>
                    </a:lnL>
                    <a:lnR>
                      <a:noFill/>
                    </a:lnR>
                    <a:lnT>
                      <a:noFill/>
                    </a:lnT>
                    <a:lnB>
                      <a:noFill/>
                    </a:lnB>
                    <a:solidFill>
                      <a:srgbClr val="C0E4F5"/>
                    </a:solidFill>
                  </a:tcPr>
                </a:tc>
                <a:tc>
                  <a:txBody>
                    <a:bodyPr/>
                    <a:lstStyle/>
                    <a:p>
                      <a:pPr algn="r">
                        <a:buNone/>
                      </a:pPr>
                      <a:r>
                        <a:rPr lang="en-US">
                          <a:effectLst/>
                        </a:rPr>
                        <a:t>105.5039</a:t>
                      </a:r>
                    </a:p>
                  </a:txBody>
                  <a:tcPr anchor="ctr">
                    <a:lnL>
                      <a:noFill/>
                    </a:lnL>
                    <a:lnR>
                      <a:noFill/>
                    </a:lnR>
                    <a:lnT>
                      <a:noFill/>
                    </a:lnT>
                    <a:lnB>
                      <a:noFill/>
                    </a:lnB>
                    <a:solidFill>
                      <a:srgbClr val="C0E4F5"/>
                    </a:solidFill>
                  </a:tcPr>
                </a:tc>
                <a:tc>
                  <a:txBody>
                    <a:bodyPr/>
                    <a:lstStyle/>
                    <a:p>
                      <a:pPr algn="r">
                        <a:buNone/>
                      </a:pPr>
                      <a:r>
                        <a:rPr lang="en-US">
                          <a:effectLst/>
                        </a:rPr>
                        <a:t>106.4023</a:t>
                      </a:r>
                    </a:p>
                  </a:txBody>
                  <a:tcPr anchor="ctr">
                    <a:lnL>
                      <a:noFill/>
                    </a:lnL>
                    <a:lnR>
                      <a:noFill/>
                    </a:lnR>
                    <a:lnT>
                      <a:noFill/>
                    </a:lnT>
                    <a:lnB>
                      <a:noFill/>
                    </a:lnB>
                    <a:solidFill>
                      <a:srgbClr val="C0E4F5"/>
                    </a:solidFill>
                  </a:tcPr>
                </a:tc>
                <a:extLst>
                  <a:ext uri="{0D108BD9-81ED-4DB2-BD59-A6C34878D82A}">
                    <a16:rowId xmlns:a16="http://schemas.microsoft.com/office/drawing/2014/main" val="2028395762"/>
                  </a:ext>
                </a:extLst>
              </a:tr>
              <a:tr h="342568">
                <a:tc>
                  <a:txBody>
                    <a:bodyPr/>
                    <a:lstStyle/>
                    <a:p>
                      <a:pPr>
                        <a:buNone/>
                      </a:pPr>
                      <a:r>
                        <a:rPr lang="en-US">
                          <a:effectLst/>
                        </a:rPr>
                        <a:t>Ahmedabad</a:t>
                      </a:r>
                    </a:p>
                  </a:txBody>
                  <a:tcPr anchor="ctr">
                    <a:lnL>
                      <a:noFill/>
                    </a:lnL>
                    <a:lnR>
                      <a:noFill/>
                    </a:lnR>
                    <a:lnT>
                      <a:noFill/>
                    </a:lnT>
                    <a:lnB>
                      <a:noFill/>
                    </a:lnB>
                    <a:noFill/>
                  </a:tcPr>
                </a:tc>
                <a:tc>
                  <a:txBody>
                    <a:bodyPr/>
                    <a:lstStyle/>
                    <a:p>
                      <a:pPr algn="r">
                        <a:buNone/>
                      </a:pPr>
                      <a:r>
                        <a:rPr lang="en-US">
                          <a:effectLst/>
                        </a:rPr>
                        <a:t>130.7448</a:t>
                      </a:r>
                    </a:p>
                  </a:txBody>
                  <a:tcPr anchor="ctr">
                    <a:lnL>
                      <a:noFill/>
                    </a:lnL>
                    <a:lnR>
                      <a:noFill/>
                    </a:lnR>
                    <a:lnT>
                      <a:noFill/>
                    </a:lnT>
                    <a:lnB>
                      <a:noFill/>
                    </a:lnB>
                    <a:noFill/>
                  </a:tcPr>
                </a:tc>
                <a:tc>
                  <a:txBody>
                    <a:bodyPr/>
                    <a:lstStyle/>
                    <a:p>
                      <a:pPr algn="r">
                        <a:buNone/>
                      </a:pPr>
                      <a:r>
                        <a:rPr lang="en-US">
                          <a:effectLst/>
                        </a:rPr>
                        <a:t>131.5432</a:t>
                      </a:r>
                    </a:p>
                  </a:txBody>
                  <a:tcPr anchor="ctr">
                    <a:lnL>
                      <a:noFill/>
                    </a:lnL>
                    <a:lnR>
                      <a:noFill/>
                    </a:lnR>
                    <a:lnT>
                      <a:noFill/>
                    </a:lnT>
                    <a:lnB>
                      <a:noFill/>
                    </a:lnB>
                    <a:noFill/>
                  </a:tcPr>
                </a:tc>
                <a:extLst>
                  <a:ext uri="{0D108BD9-81ED-4DB2-BD59-A6C34878D82A}">
                    <a16:rowId xmlns:a16="http://schemas.microsoft.com/office/drawing/2014/main" val="4168455492"/>
                  </a:ext>
                </a:extLst>
              </a:tr>
              <a:tr h="342568">
                <a:tc>
                  <a:txBody>
                    <a:bodyPr/>
                    <a:lstStyle/>
                    <a:p>
                      <a:pPr>
                        <a:buNone/>
                      </a:pPr>
                      <a:r>
                        <a:rPr lang="en-US">
                          <a:effectLst/>
                        </a:rPr>
                        <a:t>Kolkata</a:t>
                      </a:r>
                    </a:p>
                  </a:txBody>
                  <a:tcPr anchor="ctr">
                    <a:lnL>
                      <a:noFill/>
                    </a:lnL>
                    <a:lnR>
                      <a:noFill/>
                    </a:lnR>
                    <a:lnT>
                      <a:noFill/>
                    </a:lnT>
                    <a:lnB>
                      <a:noFill/>
                    </a:lnB>
                    <a:solidFill>
                      <a:srgbClr val="C0E4F5"/>
                    </a:solidFill>
                  </a:tcPr>
                </a:tc>
                <a:tc>
                  <a:txBody>
                    <a:bodyPr/>
                    <a:lstStyle/>
                    <a:p>
                      <a:pPr algn="r">
                        <a:buNone/>
                      </a:pPr>
                      <a:r>
                        <a:rPr lang="en-US">
                          <a:effectLst/>
                        </a:rPr>
                        <a:t>113.2284</a:t>
                      </a:r>
                    </a:p>
                  </a:txBody>
                  <a:tcPr anchor="ctr">
                    <a:lnL>
                      <a:noFill/>
                    </a:lnL>
                    <a:lnR>
                      <a:noFill/>
                    </a:lnR>
                    <a:lnT>
                      <a:noFill/>
                    </a:lnT>
                    <a:lnB>
                      <a:noFill/>
                    </a:lnB>
                    <a:solidFill>
                      <a:srgbClr val="C0E4F5"/>
                    </a:solidFill>
                  </a:tcPr>
                </a:tc>
                <a:tc>
                  <a:txBody>
                    <a:bodyPr/>
                    <a:lstStyle/>
                    <a:p>
                      <a:pPr algn="r">
                        <a:buNone/>
                      </a:pPr>
                      <a:r>
                        <a:rPr lang="en-US">
                          <a:effectLst/>
                        </a:rPr>
                        <a:t>113.8924</a:t>
                      </a:r>
                    </a:p>
                  </a:txBody>
                  <a:tcPr anchor="ctr">
                    <a:lnL>
                      <a:noFill/>
                    </a:lnL>
                    <a:lnR>
                      <a:noFill/>
                    </a:lnR>
                    <a:lnT>
                      <a:noFill/>
                    </a:lnT>
                    <a:lnB>
                      <a:noFill/>
                    </a:lnB>
                    <a:solidFill>
                      <a:srgbClr val="C0E4F5"/>
                    </a:solidFill>
                  </a:tcPr>
                </a:tc>
                <a:extLst>
                  <a:ext uri="{0D108BD9-81ED-4DB2-BD59-A6C34878D82A}">
                    <a16:rowId xmlns:a16="http://schemas.microsoft.com/office/drawing/2014/main" val="475515251"/>
                  </a:ext>
                </a:extLst>
              </a:tr>
              <a:tr h="342568">
                <a:tc>
                  <a:txBody>
                    <a:bodyPr/>
                    <a:lstStyle/>
                    <a:p>
                      <a:pPr>
                        <a:buNone/>
                      </a:pPr>
                      <a:r>
                        <a:rPr lang="en-US">
                          <a:effectLst/>
                        </a:rPr>
                        <a:t>Chennai</a:t>
                      </a:r>
                    </a:p>
                  </a:txBody>
                  <a:tcPr anchor="ctr">
                    <a:lnL>
                      <a:noFill/>
                    </a:lnL>
                    <a:lnR>
                      <a:noFill/>
                    </a:lnR>
                    <a:lnT>
                      <a:noFill/>
                    </a:lnT>
                    <a:lnB>
                      <a:noFill/>
                    </a:lnB>
                    <a:noFill/>
                  </a:tcPr>
                </a:tc>
                <a:tc>
                  <a:txBody>
                    <a:bodyPr/>
                    <a:lstStyle/>
                    <a:p>
                      <a:pPr algn="r">
                        <a:buNone/>
                      </a:pPr>
                      <a:r>
                        <a:rPr lang="en-US">
                          <a:effectLst/>
                        </a:rPr>
                        <a:t>84.345</a:t>
                      </a:r>
                    </a:p>
                  </a:txBody>
                  <a:tcPr anchor="ctr">
                    <a:lnL>
                      <a:noFill/>
                    </a:lnL>
                    <a:lnR>
                      <a:noFill/>
                    </a:lnR>
                    <a:lnT>
                      <a:noFill/>
                    </a:lnT>
                    <a:lnB>
                      <a:noFill/>
                    </a:lnB>
                    <a:noFill/>
                  </a:tcPr>
                </a:tc>
                <a:tc>
                  <a:txBody>
                    <a:bodyPr/>
                    <a:lstStyle/>
                    <a:p>
                      <a:pPr algn="r">
                        <a:buNone/>
                      </a:pPr>
                      <a:r>
                        <a:rPr lang="en-US">
                          <a:effectLst/>
                        </a:rPr>
                        <a:t>84.1122</a:t>
                      </a:r>
                    </a:p>
                  </a:txBody>
                  <a:tcPr anchor="ctr">
                    <a:lnL>
                      <a:noFill/>
                    </a:lnL>
                    <a:lnR>
                      <a:noFill/>
                    </a:lnR>
                    <a:lnT>
                      <a:noFill/>
                    </a:lnT>
                    <a:lnB>
                      <a:noFill/>
                    </a:lnB>
                    <a:noFill/>
                  </a:tcPr>
                </a:tc>
                <a:extLst>
                  <a:ext uri="{0D108BD9-81ED-4DB2-BD59-A6C34878D82A}">
                    <a16:rowId xmlns:a16="http://schemas.microsoft.com/office/drawing/2014/main" val="2280248122"/>
                  </a:ext>
                </a:extLst>
              </a:tr>
              <a:tr h="342568">
                <a:tc>
                  <a:txBody>
                    <a:bodyPr/>
                    <a:lstStyle/>
                    <a:p>
                      <a:pPr>
                        <a:buNone/>
                      </a:pPr>
                      <a:r>
                        <a:rPr lang="en-US">
                          <a:effectLst/>
                        </a:rPr>
                        <a:t>Hyderabad</a:t>
                      </a:r>
                    </a:p>
                  </a:txBody>
                  <a:tcPr anchor="ctr">
                    <a:lnL>
                      <a:noFill/>
                    </a:lnL>
                    <a:lnR>
                      <a:noFill/>
                    </a:lnR>
                    <a:lnT>
                      <a:noFill/>
                    </a:lnT>
                    <a:lnB>
                      <a:noFill/>
                    </a:lnB>
                    <a:solidFill>
                      <a:srgbClr val="C0E4F5"/>
                    </a:solidFill>
                  </a:tcPr>
                </a:tc>
                <a:tc>
                  <a:txBody>
                    <a:bodyPr/>
                    <a:lstStyle/>
                    <a:p>
                      <a:pPr algn="r">
                        <a:buNone/>
                      </a:pPr>
                      <a:r>
                        <a:rPr lang="en-US">
                          <a:effectLst/>
                        </a:rPr>
                        <a:t>90.1191</a:t>
                      </a:r>
                    </a:p>
                  </a:txBody>
                  <a:tcPr anchor="ctr">
                    <a:lnL>
                      <a:noFill/>
                    </a:lnL>
                    <a:lnR>
                      <a:noFill/>
                    </a:lnR>
                    <a:lnT>
                      <a:noFill/>
                    </a:lnT>
                    <a:lnB>
                      <a:noFill/>
                    </a:lnB>
                    <a:solidFill>
                      <a:srgbClr val="C0E4F5"/>
                    </a:solidFill>
                  </a:tcPr>
                </a:tc>
                <a:tc>
                  <a:txBody>
                    <a:bodyPr/>
                    <a:lstStyle/>
                    <a:p>
                      <a:pPr algn="r">
                        <a:buNone/>
                      </a:pPr>
                      <a:r>
                        <a:rPr lang="en-US">
                          <a:effectLst/>
                        </a:rPr>
                        <a:t>89.6558</a:t>
                      </a:r>
                    </a:p>
                  </a:txBody>
                  <a:tcPr anchor="ctr">
                    <a:lnL>
                      <a:noFill/>
                    </a:lnL>
                    <a:lnR>
                      <a:noFill/>
                    </a:lnR>
                    <a:lnT>
                      <a:noFill/>
                    </a:lnT>
                    <a:lnB>
                      <a:noFill/>
                    </a:lnB>
                    <a:solidFill>
                      <a:srgbClr val="C0E4F5"/>
                    </a:solidFill>
                  </a:tcPr>
                </a:tc>
                <a:extLst>
                  <a:ext uri="{0D108BD9-81ED-4DB2-BD59-A6C34878D82A}">
                    <a16:rowId xmlns:a16="http://schemas.microsoft.com/office/drawing/2014/main" val="2640307806"/>
                  </a:ext>
                </a:extLst>
              </a:tr>
              <a:tr h="342568">
                <a:tc>
                  <a:txBody>
                    <a:bodyPr/>
                    <a:lstStyle/>
                    <a:p>
                      <a:pPr>
                        <a:buNone/>
                      </a:pPr>
                      <a:r>
                        <a:rPr lang="en-US">
                          <a:effectLst/>
                        </a:rPr>
                        <a:t>Bengaluru</a:t>
                      </a:r>
                    </a:p>
                  </a:txBody>
                  <a:tcPr anchor="ctr">
                    <a:lnL>
                      <a:noFill/>
                    </a:lnL>
                    <a:lnR>
                      <a:noFill/>
                    </a:lnR>
                    <a:lnT>
                      <a:noFill/>
                    </a:lnT>
                    <a:lnB>
                      <a:noFill/>
                    </a:lnB>
                    <a:noFill/>
                  </a:tcPr>
                </a:tc>
                <a:tc>
                  <a:txBody>
                    <a:bodyPr/>
                    <a:lstStyle/>
                    <a:p>
                      <a:pPr algn="r">
                        <a:buNone/>
                      </a:pPr>
                      <a:r>
                        <a:rPr lang="en-US">
                          <a:effectLst/>
                        </a:rPr>
                        <a:t>75.5939</a:t>
                      </a:r>
                    </a:p>
                  </a:txBody>
                  <a:tcPr anchor="ctr">
                    <a:lnL>
                      <a:noFill/>
                    </a:lnL>
                    <a:lnR>
                      <a:noFill/>
                    </a:lnR>
                    <a:lnT>
                      <a:noFill/>
                    </a:lnT>
                    <a:lnB>
                      <a:noFill/>
                    </a:lnB>
                    <a:noFill/>
                  </a:tcPr>
                </a:tc>
                <a:tc>
                  <a:txBody>
                    <a:bodyPr/>
                    <a:lstStyle/>
                    <a:p>
                      <a:pPr algn="r">
                        <a:buNone/>
                      </a:pPr>
                      <a:r>
                        <a:rPr lang="en-US">
                          <a:effectLst/>
                        </a:rPr>
                        <a:t>75.0336</a:t>
                      </a:r>
                    </a:p>
                  </a:txBody>
                  <a:tcPr anchor="ctr">
                    <a:lnL>
                      <a:noFill/>
                    </a:lnL>
                    <a:lnR>
                      <a:noFill/>
                    </a:lnR>
                    <a:lnT>
                      <a:noFill/>
                    </a:lnT>
                    <a:lnB>
                      <a:noFill/>
                    </a:lnB>
                    <a:noFill/>
                  </a:tcPr>
                </a:tc>
                <a:extLst>
                  <a:ext uri="{0D108BD9-81ED-4DB2-BD59-A6C34878D82A}">
                    <a16:rowId xmlns:a16="http://schemas.microsoft.com/office/drawing/2014/main" val="1709101875"/>
                  </a:ext>
                </a:extLst>
              </a:tr>
              <a:tr h="342568">
                <a:tc>
                  <a:txBody>
                    <a:bodyPr/>
                    <a:lstStyle/>
                    <a:p>
                      <a:pPr>
                        <a:buNone/>
                      </a:pPr>
                      <a:r>
                        <a:rPr lang="en-US">
                          <a:effectLst/>
                        </a:rPr>
                        <a:t>Pune</a:t>
                      </a:r>
                    </a:p>
                  </a:txBody>
                  <a:tcPr anchor="ctr">
                    <a:lnL>
                      <a:noFill/>
                    </a:lnL>
                    <a:lnR>
                      <a:noFill/>
                    </a:lnR>
                    <a:lnT>
                      <a:noFill/>
                    </a:lnT>
                    <a:lnB>
                      <a:noFill/>
                    </a:lnB>
                    <a:solidFill>
                      <a:srgbClr val="C0E4F5"/>
                    </a:solidFill>
                  </a:tcPr>
                </a:tc>
                <a:tc>
                  <a:txBody>
                    <a:bodyPr/>
                    <a:lstStyle/>
                    <a:p>
                      <a:pPr algn="r">
                        <a:buNone/>
                      </a:pPr>
                      <a:r>
                        <a:rPr lang="en-US">
                          <a:effectLst/>
                        </a:rPr>
                        <a:t>108.9018</a:t>
                      </a:r>
                    </a:p>
                  </a:txBody>
                  <a:tcPr anchor="ctr">
                    <a:lnL>
                      <a:noFill/>
                    </a:lnL>
                    <a:lnR>
                      <a:noFill/>
                    </a:lnR>
                    <a:lnT>
                      <a:noFill/>
                    </a:lnT>
                    <a:lnB>
                      <a:noFill/>
                    </a:lnB>
                    <a:solidFill>
                      <a:srgbClr val="C0E4F5"/>
                    </a:solidFill>
                  </a:tcPr>
                </a:tc>
                <a:tc>
                  <a:txBody>
                    <a:bodyPr/>
                    <a:lstStyle/>
                    <a:p>
                      <a:pPr algn="r">
                        <a:buNone/>
                      </a:pPr>
                      <a:r>
                        <a:rPr lang="en-US">
                          <a:effectLst/>
                        </a:rPr>
                        <a:t>107.4256</a:t>
                      </a:r>
                    </a:p>
                  </a:txBody>
                  <a:tcPr anchor="ctr">
                    <a:lnL>
                      <a:noFill/>
                    </a:lnL>
                    <a:lnR>
                      <a:noFill/>
                    </a:lnR>
                    <a:lnT>
                      <a:noFill/>
                    </a:lnT>
                    <a:lnB>
                      <a:noFill/>
                    </a:lnB>
                    <a:solidFill>
                      <a:srgbClr val="C0E4F5"/>
                    </a:solidFill>
                  </a:tcPr>
                </a:tc>
                <a:extLst>
                  <a:ext uri="{0D108BD9-81ED-4DB2-BD59-A6C34878D82A}">
                    <a16:rowId xmlns:a16="http://schemas.microsoft.com/office/drawing/2014/main" val="610425200"/>
                  </a:ext>
                </a:extLst>
              </a:tr>
              <a:tr h="342568">
                <a:tc>
                  <a:txBody>
                    <a:bodyPr/>
                    <a:lstStyle/>
                    <a:p>
                      <a:pPr>
                        <a:buNone/>
                      </a:pPr>
                      <a:r>
                        <a:rPr lang="en-US">
                          <a:effectLst/>
                        </a:rPr>
                        <a:t>Delhi</a:t>
                      </a:r>
                    </a:p>
                  </a:txBody>
                  <a:tcPr anchor="ctr">
                    <a:lnL>
                      <a:noFill/>
                    </a:lnL>
                    <a:lnR>
                      <a:noFill/>
                    </a:lnR>
                    <a:lnT>
                      <a:noFill/>
                    </a:lnT>
                    <a:lnB>
                      <a:noFill/>
                    </a:lnB>
                    <a:noFill/>
                  </a:tcPr>
                </a:tc>
                <a:tc>
                  <a:txBody>
                    <a:bodyPr/>
                    <a:lstStyle/>
                    <a:p>
                      <a:pPr algn="r">
                        <a:buNone/>
                      </a:pPr>
                      <a:r>
                        <a:rPr lang="en-US">
                          <a:effectLst/>
                        </a:rPr>
                        <a:t>216.5944</a:t>
                      </a:r>
                    </a:p>
                  </a:txBody>
                  <a:tcPr anchor="ctr">
                    <a:lnL>
                      <a:noFill/>
                    </a:lnL>
                    <a:lnR>
                      <a:noFill/>
                    </a:lnR>
                    <a:lnT>
                      <a:noFill/>
                    </a:lnT>
                    <a:lnB>
                      <a:noFill/>
                    </a:lnB>
                    <a:noFill/>
                  </a:tcPr>
                </a:tc>
                <a:tc>
                  <a:txBody>
                    <a:bodyPr/>
                    <a:lstStyle/>
                    <a:p>
                      <a:pPr algn="r">
                        <a:buNone/>
                      </a:pPr>
                      <a:r>
                        <a:rPr lang="en-US">
                          <a:effectLst/>
                        </a:rPr>
                        <a:t>213.68</a:t>
                      </a:r>
                    </a:p>
                  </a:txBody>
                  <a:tcPr anchor="ctr">
                    <a:lnL>
                      <a:noFill/>
                    </a:lnL>
                    <a:lnR>
                      <a:noFill/>
                    </a:lnR>
                    <a:lnT>
                      <a:noFill/>
                    </a:lnT>
                    <a:lnB>
                      <a:noFill/>
                    </a:lnB>
                    <a:noFill/>
                  </a:tcPr>
                </a:tc>
                <a:extLst>
                  <a:ext uri="{0D108BD9-81ED-4DB2-BD59-A6C34878D82A}">
                    <a16:rowId xmlns:a16="http://schemas.microsoft.com/office/drawing/2014/main" val="529865691"/>
                  </a:ext>
                </a:extLst>
              </a:tr>
            </a:tbl>
          </a:graphicData>
        </a:graphic>
      </p:graphicFrame>
    </p:spTree>
    <p:extLst>
      <p:ext uri="{BB962C8B-B14F-4D97-AF65-F5344CB8AC3E}">
        <p14:creationId xmlns:p14="http://schemas.microsoft.com/office/powerpoint/2010/main" val="776978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4EE95-96B6-4991-3722-B6AE2333A35E}"/>
              </a:ext>
            </a:extLst>
          </p:cNvPr>
          <p:cNvSpPr>
            <a:spLocks noGrp="1"/>
          </p:cNvSpPr>
          <p:nvPr>
            <p:ph type="title"/>
          </p:nvPr>
        </p:nvSpPr>
        <p:spPr/>
        <p:txBody>
          <a:bodyPr/>
          <a:lstStyle/>
          <a:p>
            <a:pPr algn="ctr"/>
            <a:r>
              <a:rPr lang="en-US"/>
              <a:t>AQI ANALYSIS</a:t>
            </a:r>
          </a:p>
        </p:txBody>
      </p:sp>
      <p:sp>
        <p:nvSpPr>
          <p:cNvPr id="3" name="Content Placeholder 2">
            <a:extLst>
              <a:ext uri="{FF2B5EF4-FFF2-40B4-BE49-F238E27FC236}">
                <a16:creationId xmlns:a16="http://schemas.microsoft.com/office/drawing/2014/main" id="{F1B476DA-5F6F-0EBB-A411-F9D992C033D0}"/>
              </a:ext>
            </a:extLst>
          </p:cNvPr>
          <p:cNvSpPr>
            <a:spLocks noGrp="1"/>
          </p:cNvSpPr>
          <p:nvPr>
            <p:ph idx="1"/>
          </p:nvPr>
        </p:nvSpPr>
        <p:spPr/>
        <p:txBody>
          <a:bodyPr vert="horz" lIns="91440" tIns="45720" rIns="91440" bIns="45720" rtlCol="0" anchor="t">
            <a:normAutofit/>
          </a:bodyPr>
          <a:lstStyle/>
          <a:p>
            <a:r>
              <a:rPr lang="en-US"/>
              <a:t>Top 2 and Bottom 2 pollutants</a:t>
            </a:r>
          </a:p>
        </p:txBody>
      </p:sp>
      <p:sp>
        <p:nvSpPr>
          <p:cNvPr id="4" name="Date Placeholder 3">
            <a:extLst>
              <a:ext uri="{FF2B5EF4-FFF2-40B4-BE49-F238E27FC236}">
                <a16:creationId xmlns:a16="http://schemas.microsoft.com/office/drawing/2014/main" id="{D4B686FF-66C6-CBCD-EF78-E48A4C248D02}"/>
              </a:ext>
            </a:extLst>
          </p:cNvPr>
          <p:cNvSpPr>
            <a:spLocks noGrp="1"/>
          </p:cNvSpPr>
          <p:nvPr>
            <p:ph type="dt" sz="half" idx="10"/>
          </p:nvPr>
        </p:nvSpPr>
        <p:spPr/>
        <p:txBody>
          <a:bodyPr/>
          <a:lstStyle/>
          <a:p>
            <a:fld id="{264B2A5E-7453-4950-BA67-35E778DCA34F}" type="datetime1">
              <a:t>6/5/2026</a:t>
            </a:fld>
            <a:endParaRPr lang="en-US" dirty="0"/>
          </a:p>
        </p:txBody>
      </p:sp>
      <p:sp>
        <p:nvSpPr>
          <p:cNvPr id="5" name="Footer Placeholder 4">
            <a:extLst>
              <a:ext uri="{FF2B5EF4-FFF2-40B4-BE49-F238E27FC236}">
                <a16:creationId xmlns:a16="http://schemas.microsoft.com/office/drawing/2014/main" id="{A0EAC578-96DF-7D78-EC07-160219818A4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2BA14A-661E-0C53-9074-ECAFF8E7D8FA}"/>
              </a:ext>
            </a:extLst>
          </p:cNvPr>
          <p:cNvSpPr>
            <a:spLocks noGrp="1"/>
          </p:cNvSpPr>
          <p:nvPr>
            <p:ph type="sldNum" sz="quarter" idx="12"/>
          </p:nvPr>
        </p:nvSpPr>
        <p:spPr/>
        <p:txBody>
          <a:bodyPr/>
          <a:lstStyle/>
          <a:p>
            <a:fld id="{24578CCF-2EC4-44CB-A694-F6F6E59A3985}" type="slidenum">
              <a:rPr lang="en-US" dirty="0"/>
              <a:t>6</a:t>
            </a:fld>
            <a:endParaRPr lang="en-US" dirty="0"/>
          </a:p>
        </p:txBody>
      </p:sp>
      <p:graphicFrame>
        <p:nvGraphicFramePr>
          <p:cNvPr id="10" name="Table 9">
            <a:extLst>
              <a:ext uri="{FF2B5EF4-FFF2-40B4-BE49-F238E27FC236}">
                <a16:creationId xmlns:a16="http://schemas.microsoft.com/office/drawing/2014/main" id="{E7A33C56-8320-A9CC-14BA-D7150F7C98CB}"/>
              </a:ext>
            </a:extLst>
          </p:cNvPr>
          <p:cNvGraphicFramePr>
            <a:graphicFrameLocks noGrp="1"/>
          </p:cNvGraphicFramePr>
          <p:nvPr>
            <p:extLst>
              <p:ext uri="{D42A27DB-BD31-4B8C-83A1-F6EECF244321}">
                <p14:modId xmlns:p14="http://schemas.microsoft.com/office/powerpoint/2010/main" val="1530449346"/>
              </p:ext>
            </p:extLst>
          </p:nvPr>
        </p:nvGraphicFramePr>
        <p:xfrm>
          <a:off x="2177143" y="2587171"/>
          <a:ext cx="7777491" cy="3633270"/>
        </p:xfrm>
        <a:graphic>
          <a:graphicData uri="http://schemas.openxmlformats.org/drawingml/2006/table">
            <a:tbl>
              <a:tblPr firstRow="1" bandRow="1">
                <a:tableStyleId>{D113A9D2-9D6B-4929-AA2D-F23B5EE8CBE7}</a:tableStyleId>
              </a:tblPr>
              <a:tblGrid>
                <a:gridCol w="2592497">
                  <a:extLst>
                    <a:ext uri="{9D8B030D-6E8A-4147-A177-3AD203B41FA5}">
                      <a16:colId xmlns:a16="http://schemas.microsoft.com/office/drawing/2014/main" val="3177836046"/>
                    </a:ext>
                  </a:extLst>
                </a:gridCol>
                <a:gridCol w="2592497">
                  <a:extLst>
                    <a:ext uri="{9D8B030D-6E8A-4147-A177-3AD203B41FA5}">
                      <a16:colId xmlns:a16="http://schemas.microsoft.com/office/drawing/2014/main" val="817751232"/>
                    </a:ext>
                  </a:extLst>
                </a:gridCol>
                <a:gridCol w="2592497">
                  <a:extLst>
                    <a:ext uri="{9D8B030D-6E8A-4147-A177-3AD203B41FA5}">
                      <a16:colId xmlns:a16="http://schemas.microsoft.com/office/drawing/2014/main" val="3612189559"/>
                    </a:ext>
                  </a:extLst>
                </a:gridCol>
              </a:tblGrid>
              <a:tr h="478802">
                <a:tc>
                  <a:txBody>
                    <a:bodyPr/>
                    <a:lstStyle/>
                    <a:p>
                      <a:pPr>
                        <a:buNone/>
                      </a:pPr>
                      <a:r>
                        <a:rPr lang="en-US"/>
                        <a:t>Pollutants</a:t>
                      </a:r>
                    </a:p>
                  </a:txBody>
                  <a:tcPr anchor="ctr">
                    <a:lnL w="0">
                      <a:noFill/>
                    </a:lnL>
                    <a:lnR w="0">
                      <a:noFill/>
                    </a:lnR>
                    <a:lnT w="0">
                      <a:noFill/>
                    </a:lnT>
                    <a:lnB w="0">
                      <a:noFill/>
                    </a:lnB>
                  </a:tcPr>
                </a:tc>
                <a:tc>
                  <a:txBody>
                    <a:bodyPr/>
                    <a:lstStyle/>
                    <a:p>
                      <a:pPr>
                        <a:buNone/>
                      </a:pPr>
                      <a:r>
                        <a:rPr lang="en-US"/>
                        <a:t>Count</a:t>
                      </a:r>
                    </a:p>
                  </a:txBody>
                  <a:tcPr anchor="ctr">
                    <a:lnL w="0">
                      <a:noFill/>
                    </a:lnL>
                    <a:lnR w="0">
                      <a:noFill/>
                    </a:lnR>
                    <a:lnT w="0">
                      <a:noFill/>
                    </a:lnT>
                    <a:lnB w="0">
                      <a:noFill/>
                    </a:lnB>
                  </a:tcPr>
                </a:tc>
                <a:tc>
                  <a:txBody>
                    <a:bodyPr/>
                    <a:lstStyle/>
                    <a:p>
                      <a:pPr>
                        <a:buNone/>
                      </a:pPr>
                      <a:r>
                        <a:rPr lang="en-US"/>
                        <a:t>Category</a:t>
                      </a:r>
                    </a:p>
                  </a:txBody>
                  <a:tcPr anchor="ctr">
                    <a:lnL w="0">
                      <a:noFill/>
                    </a:lnL>
                  </a:tcPr>
                </a:tc>
                <a:extLst>
                  <a:ext uri="{0D108BD9-81ED-4DB2-BD59-A6C34878D82A}">
                    <a16:rowId xmlns:a16="http://schemas.microsoft.com/office/drawing/2014/main" val="127930195"/>
                  </a:ext>
                </a:extLst>
              </a:tr>
              <a:tr h="788617">
                <a:tc>
                  <a:txBody>
                    <a:bodyPr/>
                    <a:lstStyle/>
                    <a:p>
                      <a:pPr>
                        <a:buNone/>
                      </a:pPr>
                      <a:r>
                        <a:rPr lang="en-US"/>
                        <a:t>PM</a:t>
                      </a:r>
                    </a:p>
                  </a:txBody>
                  <a:tcPr anchor="ctr">
                    <a:lnT w="0">
                      <a:noFill/>
                    </a:lnT>
                  </a:tcPr>
                </a:tc>
                <a:tc>
                  <a:txBody>
                    <a:bodyPr/>
                    <a:lstStyle/>
                    <a:p>
                      <a:pPr>
                        <a:buNone/>
                      </a:pPr>
                      <a:r>
                        <a:rPr lang="en-US"/>
                        <a:t>186858</a:t>
                      </a:r>
                    </a:p>
                  </a:txBody>
                  <a:tcPr anchor="ctr">
                    <a:lnT w="0">
                      <a:noFill/>
                    </a:lnT>
                  </a:tcPr>
                </a:tc>
                <a:tc>
                  <a:txBody>
                    <a:bodyPr/>
                    <a:lstStyle/>
                    <a:p>
                      <a:pPr>
                        <a:buNone/>
                      </a:pPr>
                      <a:r>
                        <a:rPr lang="en-US"/>
                        <a:t>Top 2 (Highest Pollutant)</a:t>
                      </a:r>
                    </a:p>
                  </a:txBody>
                  <a:tcPr anchor="ctr"/>
                </a:tc>
                <a:extLst>
                  <a:ext uri="{0D108BD9-81ED-4DB2-BD59-A6C34878D82A}">
                    <a16:rowId xmlns:a16="http://schemas.microsoft.com/office/drawing/2014/main" val="442413932"/>
                  </a:ext>
                </a:extLst>
              </a:tr>
              <a:tr h="788617">
                <a:tc>
                  <a:txBody>
                    <a:bodyPr/>
                    <a:lstStyle/>
                    <a:p>
                      <a:pPr>
                        <a:buNone/>
                      </a:pPr>
                      <a:r>
                        <a:rPr lang="en-US"/>
                        <a:t>PM2.5</a:t>
                      </a:r>
                    </a:p>
                  </a:txBody>
                  <a:tcPr anchor="ctr"/>
                </a:tc>
                <a:tc>
                  <a:txBody>
                    <a:bodyPr/>
                    <a:lstStyle/>
                    <a:p>
                      <a:pPr>
                        <a:buNone/>
                      </a:pPr>
                      <a:r>
                        <a:rPr lang="en-US"/>
                        <a:t>120609</a:t>
                      </a:r>
                    </a:p>
                  </a:txBody>
                  <a:tcPr anchor="ctr"/>
                </a:tc>
                <a:tc>
                  <a:txBody>
                    <a:bodyPr/>
                    <a:lstStyle/>
                    <a:p>
                      <a:pPr>
                        <a:buNone/>
                      </a:pPr>
                      <a:r>
                        <a:rPr lang="en-US"/>
                        <a:t>Top 2 (Highest Pollutant)</a:t>
                      </a:r>
                    </a:p>
                  </a:txBody>
                  <a:tcPr anchor="ctr"/>
                </a:tc>
                <a:extLst>
                  <a:ext uri="{0D108BD9-81ED-4DB2-BD59-A6C34878D82A}">
                    <a16:rowId xmlns:a16="http://schemas.microsoft.com/office/drawing/2014/main" val="4244963759"/>
                  </a:ext>
                </a:extLst>
              </a:tr>
              <a:tr h="788617">
                <a:tc>
                  <a:txBody>
                    <a:bodyPr/>
                    <a:lstStyle/>
                    <a:p>
                      <a:pPr>
                        <a:buNone/>
                      </a:pPr>
                      <a:r>
                        <a:rPr lang="en-US"/>
                        <a:t>PM2.5,O3,SO2</a:t>
                      </a:r>
                    </a:p>
                  </a:txBody>
                  <a:tcPr anchor="ctr"/>
                </a:tc>
                <a:tc>
                  <a:txBody>
                    <a:bodyPr/>
                    <a:lstStyle/>
                    <a:p>
                      <a:pPr>
                        <a:buNone/>
                      </a:pPr>
                      <a:r>
                        <a:rPr lang="en-US"/>
                        <a:t>1</a:t>
                      </a:r>
                    </a:p>
                  </a:txBody>
                  <a:tcPr anchor="ctr"/>
                </a:tc>
                <a:tc>
                  <a:txBody>
                    <a:bodyPr/>
                    <a:lstStyle/>
                    <a:p>
                      <a:pPr>
                        <a:buNone/>
                      </a:pPr>
                      <a:r>
                        <a:rPr lang="en-US"/>
                        <a:t>Bottom 2 (Lowest Pollutant)</a:t>
                      </a:r>
                    </a:p>
                  </a:txBody>
                  <a:tcPr anchor="ctr"/>
                </a:tc>
                <a:extLst>
                  <a:ext uri="{0D108BD9-81ED-4DB2-BD59-A6C34878D82A}">
                    <a16:rowId xmlns:a16="http://schemas.microsoft.com/office/drawing/2014/main" val="3504123657"/>
                  </a:ext>
                </a:extLst>
              </a:tr>
              <a:tr h="788617">
                <a:tc>
                  <a:txBody>
                    <a:bodyPr/>
                    <a:lstStyle/>
                    <a:p>
                      <a:pPr>
                        <a:buNone/>
                      </a:pPr>
                      <a:r>
                        <a:rPr lang="en-US"/>
                        <a:t>NH3,O3</a:t>
                      </a:r>
                    </a:p>
                  </a:txBody>
                  <a:tcPr anchor="ctr"/>
                </a:tc>
                <a:tc>
                  <a:txBody>
                    <a:bodyPr/>
                    <a:lstStyle/>
                    <a:p>
                      <a:pPr>
                        <a:buNone/>
                      </a:pPr>
                      <a:r>
                        <a:rPr lang="en-US"/>
                        <a:t>1</a:t>
                      </a:r>
                    </a:p>
                  </a:txBody>
                  <a:tcPr anchor="ctr"/>
                </a:tc>
                <a:tc>
                  <a:txBody>
                    <a:bodyPr/>
                    <a:lstStyle/>
                    <a:p>
                      <a:pPr>
                        <a:buNone/>
                      </a:pPr>
                      <a:r>
                        <a:rPr lang="en-US"/>
                        <a:t>Bottom 2 (Lowest Pollutant)</a:t>
                      </a:r>
                    </a:p>
                  </a:txBody>
                  <a:tcPr anchor="ctr"/>
                </a:tc>
                <a:extLst>
                  <a:ext uri="{0D108BD9-81ED-4DB2-BD59-A6C34878D82A}">
                    <a16:rowId xmlns:a16="http://schemas.microsoft.com/office/drawing/2014/main" val="1080705966"/>
                  </a:ext>
                </a:extLst>
              </a:tr>
            </a:tbl>
          </a:graphicData>
        </a:graphic>
      </p:graphicFrame>
    </p:spTree>
    <p:extLst>
      <p:ext uri="{BB962C8B-B14F-4D97-AF65-F5344CB8AC3E}">
        <p14:creationId xmlns:p14="http://schemas.microsoft.com/office/powerpoint/2010/main" val="4218128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A505B-692B-330A-BD54-E35629B227F0}"/>
              </a:ext>
            </a:extLst>
          </p:cNvPr>
          <p:cNvSpPr>
            <a:spLocks noGrp="1"/>
          </p:cNvSpPr>
          <p:nvPr>
            <p:ph type="title"/>
          </p:nvPr>
        </p:nvSpPr>
        <p:spPr/>
        <p:txBody>
          <a:bodyPr/>
          <a:lstStyle/>
          <a:p>
            <a:pPr algn="ctr"/>
            <a:r>
              <a:rPr lang="en-US"/>
              <a:t>DISEASE VS AQI ANALYSIS</a:t>
            </a:r>
          </a:p>
        </p:txBody>
      </p:sp>
      <p:sp>
        <p:nvSpPr>
          <p:cNvPr id="3" name="Content Placeholder 2">
            <a:extLst>
              <a:ext uri="{FF2B5EF4-FFF2-40B4-BE49-F238E27FC236}">
                <a16:creationId xmlns:a16="http://schemas.microsoft.com/office/drawing/2014/main" id="{106178A7-0D73-B277-6171-D58602BEC8E6}"/>
              </a:ext>
            </a:extLst>
          </p:cNvPr>
          <p:cNvSpPr>
            <a:spLocks noGrp="1"/>
          </p:cNvSpPr>
          <p:nvPr>
            <p:ph idx="1"/>
          </p:nvPr>
        </p:nvSpPr>
        <p:spPr/>
        <p:txBody>
          <a:bodyPr vert="horz" lIns="91440" tIns="45720" rIns="91440" bIns="45720" rtlCol="0" anchor="t">
            <a:normAutofit/>
          </a:bodyPr>
          <a:lstStyle/>
          <a:p>
            <a:r>
              <a:rPr lang="en-US"/>
              <a:t>.</a:t>
            </a:r>
          </a:p>
        </p:txBody>
      </p:sp>
      <p:sp>
        <p:nvSpPr>
          <p:cNvPr id="4" name="Date Placeholder 3">
            <a:extLst>
              <a:ext uri="{FF2B5EF4-FFF2-40B4-BE49-F238E27FC236}">
                <a16:creationId xmlns:a16="http://schemas.microsoft.com/office/drawing/2014/main" id="{57A4A7E9-3381-75FF-B11D-D82A3D3EE4EA}"/>
              </a:ext>
            </a:extLst>
          </p:cNvPr>
          <p:cNvSpPr>
            <a:spLocks noGrp="1"/>
          </p:cNvSpPr>
          <p:nvPr>
            <p:ph type="dt" sz="half" idx="10"/>
          </p:nvPr>
        </p:nvSpPr>
        <p:spPr/>
        <p:txBody>
          <a:bodyPr/>
          <a:lstStyle/>
          <a:p>
            <a:fld id="{421DBE8A-923D-45FC-912C-02869E323BFE}" type="datetime1">
              <a:t>6/5/2026</a:t>
            </a:fld>
            <a:endParaRPr lang="en-US" dirty="0"/>
          </a:p>
        </p:txBody>
      </p:sp>
      <p:sp>
        <p:nvSpPr>
          <p:cNvPr id="5" name="Footer Placeholder 4">
            <a:extLst>
              <a:ext uri="{FF2B5EF4-FFF2-40B4-BE49-F238E27FC236}">
                <a16:creationId xmlns:a16="http://schemas.microsoft.com/office/drawing/2014/main" id="{A4A035E7-EC7F-417F-B2F2-C0206E6A60A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DD0ACE8-9E96-E20B-C69F-B94F3376967B}"/>
              </a:ext>
            </a:extLst>
          </p:cNvPr>
          <p:cNvSpPr>
            <a:spLocks noGrp="1"/>
          </p:cNvSpPr>
          <p:nvPr>
            <p:ph type="sldNum" sz="quarter" idx="12"/>
          </p:nvPr>
        </p:nvSpPr>
        <p:spPr/>
        <p:txBody>
          <a:bodyPr/>
          <a:lstStyle/>
          <a:p>
            <a:fld id="{24578CCF-2EC4-44CB-A694-F6F6E59A3985}" type="slidenum">
              <a:rPr lang="en-US" dirty="0"/>
              <a:t>7</a:t>
            </a:fld>
            <a:endParaRPr lang="en-US" dirty="0"/>
          </a:p>
        </p:txBody>
      </p:sp>
      <p:graphicFrame>
        <p:nvGraphicFramePr>
          <p:cNvPr id="7" name="Chart 6">
            <a:extLst>
              <a:ext uri="{FF2B5EF4-FFF2-40B4-BE49-F238E27FC236}">
                <a16:creationId xmlns:a16="http://schemas.microsoft.com/office/drawing/2014/main" id="{94255521-92C2-ABE0-83B1-52E8EAC6273B}"/>
              </a:ext>
              <a:ext uri="{147F2762-F138-4A5C-976F-8EAC2B608ADB}">
                <a16:predDERef xmlns:a16="http://schemas.microsoft.com/office/drawing/2014/main" pred="{059C3850-472F-18C9-E159-1A56A6C834F6}"/>
              </a:ext>
            </a:extLst>
          </p:cNvPr>
          <p:cNvGraphicFramePr>
            <a:graphicFrameLocks/>
          </p:cNvGraphicFramePr>
          <p:nvPr>
            <p:extLst>
              <p:ext uri="{D42A27DB-BD31-4B8C-83A1-F6EECF244321}">
                <p14:modId xmlns:p14="http://schemas.microsoft.com/office/powerpoint/2010/main" val="3287139420"/>
              </p:ext>
            </p:extLst>
          </p:nvPr>
        </p:nvGraphicFramePr>
        <p:xfrm>
          <a:off x="328158" y="1704975"/>
          <a:ext cx="10730441" cy="452966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91314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F7D03-1B78-B6D4-D5BD-15D24FBE0C28}"/>
              </a:ext>
            </a:extLst>
          </p:cNvPr>
          <p:cNvSpPr>
            <a:spLocks noGrp="1"/>
          </p:cNvSpPr>
          <p:nvPr>
            <p:ph type="title"/>
          </p:nvPr>
        </p:nvSpPr>
        <p:spPr/>
        <p:txBody>
          <a:bodyPr/>
          <a:lstStyle/>
          <a:p>
            <a:pPr algn="ctr"/>
            <a:r>
              <a:rPr lang="en-US"/>
              <a:t>AVG AQI VS EV ANALYSIS (TOP 10 STATES)</a:t>
            </a:r>
            <a:endParaRPr lang="en-US" dirty="0"/>
          </a:p>
        </p:txBody>
      </p:sp>
      <p:sp>
        <p:nvSpPr>
          <p:cNvPr id="4" name="Date Placeholder 3">
            <a:extLst>
              <a:ext uri="{FF2B5EF4-FFF2-40B4-BE49-F238E27FC236}">
                <a16:creationId xmlns:a16="http://schemas.microsoft.com/office/drawing/2014/main" id="{3E7993A3-BEF4-4349-B5E8-64D3A3B06477}"/>
              </a:ext>
            </a:extLst>
          </p:cNvPr>
          <p:cNvSpPr>
            <a:spLocks noGrp="1"/>
          </p:cNvSpPr>
          <p:nvPr>
            <p:ph type="dt" sz="half" idx="10"/>
          </p:nvPr>
        </p:nvSpPr>
        <p:spPr/>
        <p:txBody>
          <a:bodyPr/>
          <a:lstStyle/>
          <a:p>
            <a:fld id="{B0355728-20EA-4CA2-AE7A-D927D7E24552}" type="datetime1">
              <a:t>6/5/2026</a:t>
            </a:fld>
            <a:endParaRPr lang="en-US" dirty="0"/>
          </a:p>
        </p:txBody>
      </p:sp>
      <p:sp>
        <p:nvSpPr>
          <p:cNvPr id="5" name="Footer Placeholder 4">
            <a:extLst>
              <a:ext uri="{FF2B5EF4-FFF2-40B4-BE49-F238E27FC236}">
                <a16:creationId xmlns:a16="http://schemas.microsoft.com/office/drawing/2014/main" id="{969EF54D-2C25-E817-BF69-A525BF5C0436}"/>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24947BE-F6E4-D35D-0CE8-FD8E4536AB3C}"/>
              </a:ext>
            </a:extLst>
          </p:cNvPr>
          <p:cNvSpPr>
            <a:spLocks noGrp="1"/>
          </p:cNvSpPr>
          <p:nvPr>
            <p:ph type="sldNum" sz="quarter" idx="12"/>
          </p:nvPr>
        </p:nvSpPr>
        <p:spPr/>
        <p:txBody>
          <a:bodyPr/>
          <a:lstStyle/>
          <a:p>
            <a:fld id="{24578CCF-2EC4-44CB-A694-F6F6E59A3985}" type="slidenum">
              <a:rPr lang="en-US" dirty="0"/>
              <a:t>8</a:t>
            </a:fld>
            <a:endParaRPr lang="en-US" dirty="0"/>
          </a:p>
        </p:txBody>
      </p:sp>
      <p:graphicFrame>
        <p:nvGraphicFramePr>
          <p:cNvPr id="10" name="Table 9">
            <a:extLst>
              <a:ext uri="{FF2B5EF4-FFF2-40B4-BE49-F238E27FC236}">
                <a16:creationId xmlns:a16="http://schemas.microsoft.com/office/drawing/2014/main" id="{A8F26244-D76C-CCE3-D58B-99A9E8614EEB}"/>
              </a:ext>
            </a:extLst>
          </p:cNvPr>
          <p:cNvGraphicFramePr>
            <a:graphicFrameLocks noGrp="1"/>
          </p:cNvGraphicFramePr>
          <p:nvPr>
            <p:extLst>
              <p:ext uri="{D42A27DB-BD31-4B8C-83A1-F6EECF244321}">
                <p14:modId xmlns:p14="http://schemas.microsoft.com/office/powerpoint/2010/main" val="3400686263"/>
              </p:ext>
            </p:extLst>
          </p:nvPr>
        </p:nvGraphicFramePr>
        <p:xfrm>
          <a:off x="1112761" y="2031999"/>
          <a:ext cx="9563387" cy="4023360"/>
        </p:xfrm>
        <a:graphic>
          <a:graphicData uri="http://schemas.openxmlformats.org/drawingml/2006/table">
            <a:tbl>
              <a:tblPr firstRow="1" bandRow="1">
                <a:tableStyleId>{D113A9D2-9D6B-4929-AA2D-F23B5EE8CBE7}</a:tableStyleId>
              </a:tblPr>
              <a:tblGrid>
                <a:gridCol w="3266120">
                  <a:extLst>
                    <a:ext uri="{9D8B030D-6E8A-4147-A177-3AD203B41FA5}">
                      <a16:colId xmlns:a16="http://schemas.microsoft.com/office/drawing/2014/main" val="1742292499"/>
                    </a:ext>
                  </a:extLst>
                </a:gridCol>
                <a:gridCol w="3031147">
                  <a:extLst>
                    <a:ext uri="{9D8B030D-6E8A-4147-A177-3AD203B41FA5}">
                      <a16:colId xmlns:a16="http://schemas.microsoft.com/office/drawing/2014/main" val="832367168"/>
                    </a:ext>
                  </a:extLst>
                </a:gridCol>
                <a:gridCol w="3266120">
                  <a:extLst>
                    <a:ext uri="{9D8B030D-6E8A-4147-A177-3AD203B41FA5}">
                      <a16:colId xmlns:a16="http://schemas.microsoft.com/office/drawing/2014/main" val="2746599535"/>
                    </a:ext>
                  </a:extLst>
                </a:gridCol>
              </a:tblGrid>
              <a:tr h="365759">
                <a:tc>
                  <a:txBody>
                    <a:bodyPr/>
                    <a:lstStyle/>
                    <a:p>
                      <a:pPr>
                        <a:buNone/>
                      </a:pPr>
                      <a:r>
                        <a:rPr lang="en-US">
                          <a:solidFill>
                            <a:srgbClr val="FFFFFF"/>
                          </a:solidFill>
                          <a:effectLst/>
                        </a:rPr>
                        <a:t>State</a:t>
                      </a:r>
                    </a:p>
                  </a:txBody>
                  <a:tcPr anchor="ctr"/>
                </a:tc>
                <a:tc>
                  <a:txBody>
                    <a:bodyPr/>
                    <a:lstStyle/>
                    <a:p>
                      <a:pPr>
                        <a:buNone/>
                      </a:pPr>
                      <a:r>
                        <a:rPr lang="en-US" dirty="0" err="1">
                          <a:solidFill>
                            <a:srgbClr val="FFFFFF"/>
                          </a:solidFill>
                          <a:effectLst/>
                        </a:rPr>
                        <a:t>Avg_AQI</a:t>
                      </a:r>
                    </a:p>
                  </a:txBody>
                  <a:tcPr anchor="ctr"/>
                </a:tc>
                <a:tc>
                  <a:txBody>
                    <a:bodyPr/>
                    <a:lstStyle/>
                    <a:p>
                      <a:pPr>
                        <a:buNone/>
                      </a:pPr>
                      <a:r>
                        <a:rPr lang="en-US">
                          <a:solidFill>
                            <a:srgbClr val="FFFFFF"/>
                          </a:solidFill>
                          <a:effectLst/>
                        </a:rPr>
                        <a:t>Total EV</a:t>
                      </a:r>
                    </a:p>
                  </a:txBody>
                  <a:tcPr anchor="ctr"/>
                </a:tc>
                <a:extLst>
                  <a:ext uri="{0D108BD9-81ED-4DB2-BD59-A6C34878D82A}">
                    <a16:rowId xmlns:a16="http://schemas.microsoft.com/office/drawing/2014/main" val="121640944"/>
                  </a:ext>
                </a:extLst>
              </a:tr>
              <a:tr h="190500">
                <a:tc>
                  <a:txBody>
                    <a:bodyPr/>
                    <a:lstStyle/>
                    <a:p>
                      <a:pPr>
                        <a:buNone/>
                      </a:pPr>
                      <a:r>
                        <a:rPr lang="en-US">
                          <a:effectLst/>
                        </a:rPr>
                        <a:t>Delhi</a:t>
                      </a:r>
                    </a:p>
                  </a:txBody>
                  <a:tcPr anchor="ctr"/>
                </a:tc>
                <a:tc>
                  <a:txBody>
                    <a:bodyPr/>
                    <a:lstStyle/>
                    <a:p>
                      <a:pPr algn="r">
                        <a:buNone/>
                      </a:pPr>
                      <a:r>
                        <a:rPr lang="en-US">
                          <a:effectLst/>
                        </a:rPr>
                        <a:t>215.76</a:t>
                      </a:r>
                    </a:p>
                  </a:txBody>
                  <a:tcPr anchor="ctr"/>
                </a:tc>
                <a:tc>
                  <a:txBody>
                    <a:bodyPr/>
                    <a:lstStyle/>
                    <a:p>
                      <a:pPr algn="r">
                        <a:buNone/>
                      </a:pPr>
                      <a:r>
                        <a:rPr lang="en-US">
                          <a:effectLst/>
                        </a:rPr>
                        <a:t>367256</a:t>
                      </a:r>
                    </a:p>
                  </a:txBody>
                  <a:tcPr anchor="ctr"/>
                </a:tc>
                <a:extLst>
                  <a:ext uri="{0D108BD9-81ED-4DB2-BD59-A6C34878D82A}">
                    <a16:rowId xmlns:a16="http://schemas.microsoft.com/office/drawing/2014/main" val="2899989512"/>
                  </a:ext>
                </a:extLst>
              </a:tr>
              <a:tr h="190500">
                <a:tc>
                  <a:txBody>
                    <a:bodyPr/>
                    <a:lstStyle/>
                    <a:p>
                      <a:pPr>
                        <a:buNone/>
                      </a:pPr>
                      <a:r>
                        <a:rPr lang="en-US">
                          <a:effectLst/>
                        </a:rPr>
                        <a:t>Bihar</a:t>
                      </a:r>
                    </a:p>
                  </a:txBody>
                  <a:tcPr anchor="ctr"/>
                </a:tc>
                <a:tc>
                  <a:txBody>
                    <a:bodyPr/>
                    <a:lstStyle/>
                    <a:p>
                      <a:pPr algn="r">
                        <a:buNone/>
                      </a:pPr>
                      <a:r>
                        <a:rPr lang="en-US">
                          <a:effectLst/>
                        </a:rPr>
                        <a:t>165.91</a:t>
                      </a:r>
                    </a:p>
                  </a:txBody>
                  <a:tcPr anchor="ctr"/>
                </a:tc>
                <a:tc>
                  <a:txBody>
                    <a:bodyPr/>
                    <a:lstStyle/>
                    <a:p>
                      <a:pPr algn="r">
                        <a:buNone/>
                      </a:pPr>
                      <a:r>
                        <a:rPr lang="en-US">
                          <a:effectLst/>
                        </a:rPr>
                        <a:t>342802</a:t>
                      </a:r>
                    </a:p>
                  </a:txBody>
                  <a:tcPr anchor="ctr"/>
                </a:tc>
                <a:extLst>
                  <a:ext uri="{0D108BD9-81ED-4DB2-BD59-A6C34878D82A}">
                    <a16:rowId xmlns:a16="http://schemas.microsoft.com/office/drawing/2014/main" val="1375885135"/>
                  </a:ext>
                </a:extLst>
              </a:tr>
              <a:tr h="190500">
                <a:tc>
                  <a:txBody>
                    <a:bodyPr/>
                    <a:lstStyle/>
                    <a:p>
                      <a:pPr>
                        <a:buNone/>
                      </a:pPr>
                      <a:r>
                        <a:rPr lang="en-US">
                          <a:effectLst/>
                        </a:rPr>
                        <a:t>Himachal Pradesh</a:t>
                      </a:r>
                    </a:p>
                  </a:txBody>
                  <a:tcPr anchor="ctr"/>
                </a:tc>
                <a:tc>
                  <a:txBody>
                    <a:bodyPr/>
                    <a:lstStyle/>
                    <a:p>
                      <a:pPr algn="r">
                        <a:buNone/>
                      </a:pPr>
                      <a:r>
                        <a:rPr lang="en-US">
                          <a:effectLst/>
                        </a:rPr>
                        <a:t>160.13</a:t>
                      </a:r>
                    </a:p>
                  </a:txBody>
                  <a:tcPr anchor="ctr"/>
                </a:tc>
                <a:tc>
                  <a:txBody>
                    <a:bodyPr/>
                    <a:lstStyle/>
                    <a:p>
                      <a:pPr algn="r">
                        <a:buNone/>
                      </a:pPr>
                      <a:r>
                        <a:rPr lang="en-US">
                          <a:effectLst/>
                        </a:rPr>
                        <a:t>5036</a:t>
                      </a:r>
                    </a:p>
                  </a:txBody>
                  <a:tcPr anchor="ctr"/>
                </a:tc>
                <a:extLst>
                  <a:ext uri="{0D108BD9-81ED-4DB2-BD59-A6C34878D82A}">
                    <a16:rowId xmlns:a16="http://schemas.microsoft.com/office/drawing/2014/main" val="2910362606"/>
                  </a:ext>
                </a:extLst>
              </a:tr>
              <a:tr h="190500">
                <a:tc>
                  <a:txBody>
                    <a:bodyPr/>
                    <a:lstStyle/>
                    <a:p>
                      <a:pPr>
                        <a:buNone/>
                      </a:pPr>
                      <a:r>
                        <a:rPr lang="en-US">
                          <a:effectLst/>
                        </a:rPr>
                        <a:t>Uttar Pradesh</a:t>
                      </a:r>
                    </a:p>
                  </a:txBody>
                  <a:tcPr anchor="ctr"/>
                </a:tc>
                <a:tc>
                  <a:txBody>
                    <a:bodyPr/>
                    <a:lstStyle/>
                    <a:p>
                      <a:pPr algn="r">
                        <a:buNone/>
                      </a:pPr>
                      <a:r>
                        <a:rPr lang="en-US">
                          <a:effectLst/>
                        </a:rPr>
                        <a:t>159.57</a:t>
                      </a:r>
                    </a:p>
                  </a:txBody>
                  <a:tcPr anchor="ctr"/>
                </a:tc>
                <a:tc>
                  <a:txBody>
                    <a:bodyPr/>
                    <a:lstStyle/>
                    <a:p>
                      <a:pPr algn="r">
                        <a:buNone/>
                      </a:pPr>
                      <a:r>
                        <a:rPr lang="en-US">
                          <a:effectLst/>
                        </a:rPr>
                        <a:t>1168651</a:t>
                      </a:r>
                    </a:p>
                  </a:txBody>
                  <a:tcPr anchor="ctr"/>
                </a:tc>
                <a:extLst>
                  <a:ext uri="{0D108BD9-81ED-4DB2-BD59-A6C34878D82A}">
                    <a16:rowId xmlns:a16="http://schemas.microsoft.com/office/drawing/2014/main" val="3819480444"/>
                  </a:ext>
                </a:extLst>
              </a:tr>
              <a:tr h="190500">
                <a:tc>
                  <a:txBody>
                    <a:bodyPr/>
                    <a:lstStyle/>
                    <a:p>
                      <a:pPr>
                        <a:buNone/>
                      </a:pPr>
                      <a:r>
                        <a:rPr lang="en-US">
                          <a:effectLst/>
                        </a:rPr>
                        <a:t>Haryana</a:t>
                      </a:r>
                    </a:p>
                  </a:txBody>
                  <a:tcPr anchor="ctr"/>
                </a:tc>
                <a:tc>
                  <a:txBody>
                    <a:bodyPr/>
                    <a:lstStyle/>
                    <a:p>
                      <a:pPr algn="r">
                        <a:buNone/>
                      </a:pPr>
                      <a:r>
                        <a:rPr lang="en-US">
                          <a:effectLst/>
                        </a:rPr>
                        <a:t>151.49</a:t>
                      </a:r>
                    </a:p>
                  </a:txBody>
                  <a:tcPr anchor="ctr"/>
                </a:tc>
                <a:tc>
                  <a:txBody>
                    <a:bodyPr/>
                    <a:lstStyle/>
                    <a:p>
                      <a:pPr algn="r">
                        <a:buNone/>
                      </a:pPr>
                      <a:r>
                        <a:rPr lang="en-US">
                          <a:effectLst/>
                        </a:rPr>
                        <a:t>133752</a:t>
                      </a:r>
                    </a:p>
                  </a:txBody>
                  <a:tcPr anchor="ctr"/>
                </a:tc>
                <a:extLst>
                  <a:ext uri="{0D108BD9-81ED-4DB2-BD59-A6C34878D82A}">
                    <a16:rowId xmlns:a16="http://schemas.microsoft.com/office/drawing/2014/main" val="3680774040"/>
                  </a:ext>
                </a:extLst>
              </a:tr>
              <a:tr h="190500">
                <a:tc>
                  <a:txBody>
                    <a:bodyPr/>
                    <a:lstStyle/>
                    <a:p>
                      <a:pPr>
                        <a:buNone/>
                      </a:pPr>
                      <a:r>
                        <a:rPr lang="en-US">
                          <a:effectLst/>
                        </a:rPr>
                        <a:t>Jharkhand</a:t>
                      </a:r>
                    </a:p>
                  </a:txBody>
                  <a:tcPr anchor="ctr"/>
                </a:tc>
                <a:tc>
                  <a:txBody>
                    <a:bodyPr/>
                    <a:lstStyle/>
                    <a:p>
                      <a:pPr algn="r">
                        <a:buNone/>
                      </a:pPr>
                      <a:r>
                        <a:rPr lang="en-US">
                          <a:effectLst/>
                        </a:rPr>
                        <a:t>147.37</a:t>
                      </a:r>
                    </a:p>
                  </a:txBody>
                  <a:tcPr anchor="ctr"/>
                </a:tc>
                <a:tc>
                  <a:txBody>
                    <a:bodyPr/>
                    <a:lstStyle/>
                    <a:p>
                      <a:pPr algn="r">
                        <a:buNone/>
                      </a:pPr>
                      <a:r>
                        <a:rPr lang="en-US">
                          <a:effectLst/>
                        </a:rPr>
                        <a:t>78222</a:t>
                      </a:r>
                    </a:p>
                  </a:txBody>
                  <a:tcPr anchor="ctr"/>
                </a:tc>
                <a:extLst>
                  <a:ext uri="{0D108BD9-81ED-4DB2-BD59-A6C34878D82A}">
                    <a16:rowId xmlns:a16="http://schemas.microsoft.com/office/drawing/2014/main" val="3881414742"/>
                  </a:ext>
                </a:extLst>
              </a:tr>
              <a:tr h="190500">
                <a:tc>
                  <a:txBody>
                    <a:bodyPr/>
                    <a:lstStyle/>
                    <a:p>
                      <a:pPr>
                        <a:buNone/>
                      </a:pPr>
                      <a:r>
                        <a:rPr lang="en-US">
                          <a:effectLst/>
                        </a:rPr>
                        <a:t>Rajasthan</a:t>
                      </a:r>
                    </a:p>
                  </a:txBody>
                  <a:tcPr anchor="ctr"/>
                </a:tc>
                <a:tc>
                  <a:txBody>
                    <a:bodyPr/>
                    <a:lstStyle/>
                    <a:p>
                      <a:pPr algn="r">
                        <a:buNone/>
                      </a:pPr>
                      <a:r>
                        <a:rPr lang="en-US">
                          <a:effectLst/>
                        </a:rPr>
                        <a:t>130.72</a:t>
                      </a:r>
                    </a:p>
                  </a:txBody>
                  <a:tcPr anchor="ctr"/>
                </a:tc>
                <a:tc>
                  <a:txBody>
                    <a:bodyPr/>
                    <a:lstStyle/>
                    <a:p>
                      <a:pPr algn="r">
                        <a:buNone/>
                      </a:pPr>
                      <a:r>
                        <a:rPr lang="en-US">
                          <a:effectLst/>
                        </a:rPr>
                        <a:t>353494</a:t>
                      </a:r>
                    </a:p>
                  </a:txBody>
                  <a:tcPr anchor="ctr"/>
                </a:tc>
                <a:extLst>
                  <a:ext uri="{0D108BD9-81ED-4DB2-BD59-A6C34878D82A}">
                    <a16:rowId xmlns:a16="http://schemas.microsoft.com/office/drawing/2014/main" val="2963651396"/>
                  </a:ext>
                </a:extLst>
              </a:tr>
              <a:tr h="190500">
                <a:tc>
                  <a:txBody>
                    <a:bodyPr/>
                    <a:lstStyle/>
                    <a:p>
                      <a:pPr>
                        <a:buNone/>
                      </a:pPr>
                      <a:r>
                        <a:rPr lang="en-US">
                          <a:effectLst/>
                        </a:rPr>
                        <a:t>Tripura</a:t>
                      </a:r>
                    </a:p>
                  </a:txBody>
                  <a:tcPr anchor="ctr"/>
                </a:tc>
                <a:tc>
                  <a:txBody>
                    <a:bodyPr/>
                    <a:lstStyle/>
                    <a:p>
                      <a:pPr algn="r">
                        <a:buNone/>
                      </a:pPr>
                      <a:r>
                        <a:rPr lang="en-US">
                          <a:effectLst/>
                        </a:rPr>
                        <a:t>126.57</a:t>
                      </a:r>
                    </a:p>
                  </a:txBody>
                  <a:tcPr anchor="ctr"/>
                </a:tc>
                <a:tc>
                  <a:txBody>
                    <a:bodyPr/>
                    <a:lstStyle/>
                    <a:p>
                      <a:pPr algn="r">
                        <a:buNone/>
                      </a:pPr>
                      <a:r>
                        <a:rPr lang="en-US">
                          <a:effectLst/>
                        </a:rPr>
                        <a:t>29917</a:t>
                      </a:r>
                    </a:p>
                  </a:txBody>
                  <a:tcPr anchor="ctr"/>
                </a:tc>
                <a:extLst>
                  <a:ext uri="{0D108BD9-81ED-4DB2-BD59-A6C34878D82A}">
                    <a16:rowId xmlns:a16="http://schemas.microsoft.com/office/drawing/2014/main" val="2506273183"/>
                  </a:ext>
                </a:extLst>
              </a:tr>
              <a:tr h="190500">
                <a:tc>
                  <a:txBody>
                    <a:bodyPr/>
                    <a:lstStyle/>
                    <a:p>
                      <a:pPr>
                        <a:buNone/>
                      </a:pPr>
                      <a:r>
                        <a:rPr lang="en-US">
                          <a:effectLst/>
                        </a:rPr>
                        <a:t>Odisha</a:t>
                      </a:r>
                    </a:p>
                  </a:txBody>
                  <a:tcPr anchor="ctr"/>
                </a:tc>
                <a:tc>
                  <a:txBody>
                    <a:bodyPr/>
                    <a:lstStyle/>
                    <a:p>
                      <a:pPr algn="r">
                        <a:buNone/>
                      </a:pPr>
                      <a:r>
                        <a:rPr lang="en-US">
                          <a:effectLst/>
                        </a:rPr>
                        <a:t>123.68</a:t>
                      </a:r>
                    </a:p>
                  </a:txBody>
                  <a:tcPr anchor="ctr"/>
                </a:tc>
                <a:tc>
                  <a:txBody>
                    <a:bodyPr/>
                    <a:lstStyle/>
                    <a:p>
                      <a:pPr algn="r">
                        <a:buNone/>
                      </a:pPr>
                      <a:r>
                        <a:rPr lang="en-US">
                          <a:effectLst/>
                        </a:rPr>
                        <a:t>159419</a:t>
                      </a:r>
                    </a:p>
                  </a:txBody>
                  <a:tcPr anchor="ctr"/>
                </a:tc>
                <a:extLst>
                  <a:ext uri="{0D108BD9-81ED-4DB2-BD59-A6C34878D82A}">
                    <a16:rowId xmlns:a16="http://schemas.microsoft.com/office/drawing/2014/main" val="4189009645"/>
                  </a:ext>
                </a:extLst>
              </a:tr>
              <a:tr h="190500">
                <a:tc>
                  <a:txBody>
                    <a:bodyPr/>
                    <a:lstStyle/>
                    <a:p>
                      <a:pPr>
                        <a:buNone/>
                      </a:pPr>
                      <a:r>
                        <a:rPr lang="en-US">
                          <a:effectLst/>
                        </a:rPr>
                        <a:t>Chandigarh</a:t>
                      </a:r>
                    </a:p>
                  </a:txBody>
                  <a:tcPr anchor="ctr"/>
                </a:tc>
                <a:tc>
                  <a:txBody>
                    <a:bodyPr/>
                    <a:lstStyle/>
                    <a:p>
                      <a:pPr algn="r">
                        <a:buNone/>
                      </a:pPr>
                      <a:r>
                        <a:rPr lang="en-US">
                          <a:effectLst/>
                        </a:rPr>
                        <a:t>122.83</a:t>
                      </a:r>
                    </a:p>
                  </a:txBody>
                  <a:tcPr anchor="ctr"/>
                </a:tc>
                <a:tc>
                  <a:txBody>
                    <a:bodyPr/>
                    <a:lstStyle/>
                    <a:p>
                      <a:pPr algn="r">
                        <a:buNone/>
                      </a:pPr>
                      <a:r>
                        <a:rPr lang="en-US">
                          <a:effectLst/>
                        </a:rPr>
                        <a:t>18315</a:t>
                      </a:r>
                    </a:p>
                  </a:txBody>
                  <a:tcPr anchor="ctr"/>
                </a:tc>
                <a:extLst>
                  <a:ext uri="{0D108BD9-81ED-4DB2-BD59-A6C34878D82A}">
                    <a16:rowId xmlns:a16="http://schemas.microsoft.com/office/drawing/2014/main" val="169444079"/>
                  </a:ext>
                </a:extLst>
              </a:tr>
            </a:tbl>
          </a:graphicData>
        </a:graphic>
      </p:graphicFrame>
      <p:sp>
        <p:nvSpPr>
          <p:cNvPr id="12" name="Content Placeholder 11">
            <a:extLst>
              <a:ext uri="{FF2B5EF4-FFF2-40B4-BE49-F238E27FC236}">
                <a16:creationId xmlns:a16="http://schemas.microsoft.com/office/drawing/2014/main" id="{428097AB-0DD9-4377-D307-A6D94183AB43}"/>
              </a:ext>
            </a:extLst>
          </p:cNvPr>
          <p:cNvSpPr>
            <a:spLocks noGrp="1"/>
          </p:cNvSpPr>
          <p:nvPr>
            <p:ph idx="1"/>
          </p:nvPr>
        </p:nvSpPr>
        <p:spPr/>
        <p:txBody>
          <a:bodyPr vert="horz" lIns="91440" tIns="45720" rIns="91440" bIns="45720" rtlCol="0" anchor="t">
            <a:normAutofit/>
          </a:bodyPr>
          <a:lstStyle/>
          <a:p>
            <a:r>
              <a:rPr lang="en-US"/>
              <a:t>.</a:t>
            </a:r>
          </a:p>
          <a:p>
            <a:pPr>
              <a:buClr>
                <a:srgbClr val="C3B2A7"/>
              </a:buClr>
            </a:pPr>
            <a:endParaRPr lang="en-US" dirty="0"/>
          </a:p>
        </p:txBody>
      </p:sp>
    </p:spTree>
    <p:extLst>
      <p:ext uri="{BB962C8B-B14F-4D97-AF65-F5344CB8AC3E}">
        <p14:creationId xmlns:p14="http://schemas.microsoft.com/office/powerpoint/2010/main" val="4004347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2E6D8-4B8C-2D0B-696C-5A2D208913F0}"/>
              </a:ext>
            </a:extLst>
          </p:cNvPr>
          <p:cNvSpPr>
            <a:spLocks noGrp="1"/>
          </p:cNvSpPr>
          <p:nvPr>
            <p:ph type="title"/>
          </p:nvPr>
        </p:nvSpPr>
        <p:spPr/>
        <p:txBody>
          <a:bodyPr/>
          <a:lstStyle/>
          <a:p>
            <a:pPr algn="ctr"/>
            <a:r>
              <a:rPr lang="en-US">
                <a:ea typeface="+mj-lt"/>
                <a:cs typeface="+mj-lt"/>
              </a:rPr>
              <a:t>POPULATION SIZE VS </a:t>
            </a:r>
            <a:r>
              <a:rPr lang="en-US" dirty="0">
                <a:ea typeface="+mj-lt"/>
                <a:cs typeface="+mj-lt"/>
              </a:rPr>
              <a:t>AQI (2025)</a:t>
            </a:r>
            <a:endParaRPr lang="en-US" dirty="0"/>
          </a:p>
        </p:txBody>
      </p:sp>
      <p:sp>
        <p:nvSpPr>
          <p:cNvPr id="4" name="Date Placeholder 3">
            <a:extLst>
              <a:ext uri="{FF2B5EF4-FFF2-40B4-BE49-F238E27FC236}">
                <a16:creationId xmlns:a16="http://schemas.microsoft.com/office/drawing/2014/main" id="{3355223C-8087-D3E3-4E0E-35B64769374C}"/>
              </a:ext>
            </a:extLst>
          </p:cNvPr>
          <p:cNvSpPr>
            <a:spLocks noGrp="1"/>
          </p:cNvSpPr>
          <p:nvPr>
            <p:ph type="dt" sz="half" idx="10"/>
          </p:nvPr>
        </p:nvSpPr>
        <p:spPr/>
        <p:txBody>
          <a:bodyPr/>
          <a:lstStyle/>
          <a:p>
            <a:fld id="{8F26149F-9209-46A3-BF11-9A47BD0A17CC}" type="datetime1">
              <a:t>6/5/2026</a:t>
            </a:fld>
            <a:endParaRPr lang="en-US" dirty="0"/>
          </a:p>
        </p:txBody>
      </p:sp>
      <p:sp>
        <p:nvSpPr>
          <p:cNvPr id="5" name="Footer Placeholder 4">
            <a:extLst>
              <a:ext uri="{FF2B5EF4-FFF2-40B4-BE49-F238E27FC236}">
                <a16:creationId xmlns:a16="http://schemas.microsoft.com/office/drawing/2014/main" id="{50EE6863-61E7-EDB9-869C-6A938EDD094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494D357-9C21-161F-9648-E8B5E54CD279}"/>
              </a:ext>
            </a:extLst>
          </p:cNvPr>
          <p:cNvSpPr>
            <a:spLocks noGrp="1"/>
          </p:cNvSpPr>
          <p:nvPr>
            <p:ph type="sldNum" sz="quarter" idx="12"/>
          </p:nvPr>
        </p:nvSpPr>
        <p:spPr/>
        <p:txBody>
          <a:bodyPr/>
          <a:lstStyle/>
          <a:p>
            <a:fld id="{24578CCF-2EC4-44CB-A694-F6F6E59A3985}" type="slidenum">
              <a:rPr lang="en-US" dirty="0"/>
              <a:t>9</a:t>
            </a:fld>
            <a:endParaRPr lang="en-US" dirty="0"/>
          </a:p>
        </p:txBody>
      </p:sp>
      <p:graphicFrame>
        <p:nvGraphicFramePr>
          <p:cNvPr id="12" name="Content Placeholder 11">
            <a:extLst>
              <a:ext uri="{FF2B5EF4-FFF2-40B4-BE49-F238E27FC236}">
                <a16:creationId xmlns:a16="http://schemas.microsoft.com/office/drawing/2014/main" id="{4653BFA6-AB9D-DB7B-6ACE-C88B94610477}"/>
              </a:ext>
            </a:extLst>
          </p:cNvPr>
          <p:cNvGraphicFramePr>
            <a:graphicFrameLocks noGrp="1"/>
          </p:cNvGraphicFramePr>
          <p:nvPr>
            <p:ph idx="1"/>
            <p:extLst>
              <p:ext uri="{D42A27DB-BD31-4B8C-83A1-F6EECF244321}">
                <p14:modId xmlns:p14="http://schemas.microsoft.com/office/powerpoint/2010/main" val="650402461"/>
              </p:ext>
            </p:extLst>
          </p:nvPr>
        </p:nvGraphicFramePr>
        <p:xfrm>
          <a:off x="1069975" y="1874838"/>
          <a:ext cx="9634536" cy="4023360"/>
        </p:xfrm>
        <a:graphic>
          <a:graphicData uri="http://schemas.openxmlformats.org/drawingml/2006/table">
            <a:tbl>
              <a:tblPr firstRow="1" bandRow="1">
                <a:tableStyleId>{D113A9D2-9D6B-4929-AA2D-F23B5EE8CBE7}</a:tableStyleId>
              </a:tblPr>
              <a:tblGrid>
                <a:gridCol w="3837251">
                  <a:extLst>
                    <a:ext uri="{9D8B030D-6E8A-4147-A177-3AD203B41FA5}">
                      <a16:colId xmlns:a16="http://schemas.microsoft.com/office/drawing/2014/main" val="3076377805"/>
                    </a:ext>
                  </a:extLst>
                </a:gridCol>
                <a:gridCol w="1628761">
                  <a:extLst>
                    <a:ext uri="{9D8B030D-6E8A-4147-A177-3AD203B41FA5}">
                      <a16:colId xmlns:a16="http://schemas.microsoft.com/office/drawing/2014/main" val="3347703744"/>
                    </a:ext>
                  </a:extLst>
                </a:gridCol>
                <a:gridCol w="1628761">
                  <a:extLst>
                    <a:ext uri="{9D8B030D-6E8A-4147-A177-3AD203B41FA5}">
                      <a16:colId xmlns:a16="http://schemas.microsoft.com/office/drawing/2014/main" val="2212545833"/>
                    </a:ext>
                  </a:extLst>
                </a:gridCol>
                <a:gridCol w="2539763">
                  <a:extLst>
                    <a:ext uri="{9D8B030D-6E8A-4147-A177-3AD203B41FA5}">
                      <a16:colId xmlns:a16="http://schemas.microsoft.com/office/drawing/2014/main" val="588400875"/>
                    </a:ext>
                  </a:extLst>
                </a:gridCol>
              </a:tblGrid>
              <a:tr h="190500">
                <a:tc>
                  <a:txBody>
                    <a:bodyPr/>
                    <a:lstStyle/>
                    <a:p>
                      <a:pPr>
                        <a:buNone/>
                      </a:pPr>
                      <a:r>
                        <a:rPr lang="en-US">
                          <a:solidFill>
                            <a:srgbClr val="FFFFFF"/>
                          </a:solidFill>
                          <a:effectLst/>
                        </a:rPr>
                        <a:t>State</a:t>
                      </a:r>
                    </a:p>
                  </a:txBody>
                  <a:tcPr anchor="ctr"/>
                </a:tc>
                <a:tc>
                  <a:txBody>
                    <a:bodyPr/>
                    <a:lstStyle/>
                    <a:p>
                      <a:pPr>
                        <a:buNone/>
                      </a:pPr>
                      <a:r>
                        <a:rPr lang="en-US">
                          <a:solidFill>
                            <a:srgbClr val="FFFFFF"/>
                          </a:solidFill>
                          <a:effectLst/>
                        </a:rPr>
                        <a:t>Year</a:t>
                      </a:r>
                    </a:p>
                  </a:txBody>
                  <a:tcPr anchor="ctr"/>
                </a:tc>
                <a:tc>
                  <a:txBody>
                    <a:bodyPr/>
                    <a:lstStyle/>
                    <a:p>
                      <a:pPr>
                        <a:buNone/>
                      </a:pPr>
                      <a:r>
                        <a:rPr lang="en-US" dirty="0" err="1">
                          <a:solidFill>
                            <a:srgbClr val="FFFFFF"/>
                          </a:solidFill>
                          <a:effectLst/>
                        </a:rPr>
                        <a:t>Avg_AQI</a:t>
                      </a:r>
                    </a:p>
                  </a:txBody>
                  <a:tcPr anchor="ctr"/>
                </a:tc>
                <a:tc>
                  <a:txBody>
                    <a:bodyPr/>
                    <a:lstStyle/>
                    <a:p>
                      <a:pPr>
                        <a:buNone/>
                      </a:pPr>
                      <a:r>
                        <a:rPr lang="en-US">
                          <a:solidFill>
                            <a:srgbClr val="FFFFFF"/>
                          </a:solidFill>
                          <a:effectLst/>
                        </a:rPr>
                        <a:t>Total Population</a:t>
                      </a:r>
                    </a:p>
                  </a:txBody>
                  <a:tcPr anchor="ctr"/>
                </a:tc>
                <a:extLst>
                  <a:ext uri="{0D108BD9-81ED-4DB2-BD59-A6C34878D82A}">
                    <a16:rowId xmlns:a16="http://schemas.microsoft.com/office/drawing/2014/main" val="4184325668"/>
                  </a:ext>
                </a:extLst>
              </a:tr>
              <a:tr h="190500">
                <a:tc>
                  <a:txBody>
                    <a:bodyPr/>
                    <a:lstStyle/>
                    <a:p>
                      <a:pPr>
                        <a:buNone/>
                      </a:pPr>
                      <a:r>
                        <a:rPr lang="en-US">
                          <a:effectLst/>
                        </a:rPr>
                        <a:t>Delhi</a:t>
                      </a:r>
                    </a:p>
                  </a:txBody>
                  <a:tcPr anchor="ctr"/>
                </a:tc>
                <a:tc>
                  <a:txBody>
                    <a:bodyPr/>
                    <a:lstStyle/>
                    <a:p>
                      <a:pPr algn="r">
                        <a:buNone/>
                      </a:pPr>
                      <a:r>
                        <a:rPr lang="en-US">
                          <a:effectLst/>
                        </a:rPr>
                        <a:t>2025</a:t>
                      </a:r>
                    </a:p>
                  </a:txBody>
                  <a:tcPr anchor="ctr"/>
                </a:tc>
                <a:tc>
                  <a:txBody>
                    <a:bodyPr/>
                    <a:lstStyle/>
                    <a:p>
                      <a:pPr algn="r">
                        <a:buNone/>
                      </a:pPr>
                      <a:r>
                        <a:rPr lang="en-US">
                          <a:effectLst/>
                        </a:rPr>
                        <a:t>208.28</a:t>
                      </a:r>
                    </a:p>
                  </a:txBody>
                  <a:tcPr anchor="ctr"/>
                </a:tc>
                <a:tc>
                  <a:txBody>
                    <a:bodyPr/>
                    <a:lstStyle/>
                    <a:p>
                      <a:pPr algn="r">
                        <a:buNone/>
                      </a:pPr>
                      <a:r>
                        <a:rPr lang="en-US">
                          <a:effectLst/>
                        </a:rPr>
                        <a:t>66635</a:t>
                      </a:r>
                    </a:p>
                  </a:txBody>
                  <a:tcPr anchor="ctr"/>
                </a:tc>
                <a:extLst>
                  <a:ext uri="{0D108BD9-81ED-4DB2-BD59-A6C34878D82A}">
                    <a16:rowId xmlns:a16="http://schemas.microsoft.com/office/drawing/2014/main" val="1371112078"/>
                  </a:ext>
                </a:extLst>
              </a:tr>
              <a:tr h="190500">
                <a:tc>
                  <a:txBody>
                    <a:bodyPr/>
                    <a:lstStyle/>
                    <a:p>
                      <a:pPr>
                        <a:buNone/>
                      </a:pPr>
                      <a:r>
                        <a:rPr lang="en-US">
                          <a:effectLst/>
                        </a:rPr>
                        <a:t>Haryana</a:t>
                      </a:r>
                    </a:p>
                  </a:txBody>
                  <a:tcPr anchor="ctr"/>
                </a:tc>
                <a:tc>
                  <a:txBody>
                    <a:bodyPr/>
                    <a:lstStyle/>
                    <a:p>
                      <a:pPr algn="r">
                        <a:buNone/>
                      </a:pPr>
                      <a:r>
                        <a:rPr lang="en-US">
                          <a:effectLst/>
                        </a:rPr>
                        <a:t>2025</a:t>
                      </a:r>
                    </a:p>
                  </a:txBody>
                  <a:tcPr anchor="ctr"/>
                </a:tc>
                <a:tc>
                  <a:txBody>
                    <a:bodyPr/>
                    <a:lstStyle/>
                    <a:p>
                      <a:pPr algn="r">
                        <a:buNone/>
                      </a:pPr>
                      <a:r>
                        <a:rPr lang="en-US">
                          <a:effectLst/>
                        </a:rPr>
                        <a:t>162.24</a:t>
                      </a:r>
                    </a:p>
                  </a:txBody>
                  <a:tcPr anchor="ctr"/>
                </a:tc>
                <a:tc>
                  <a:txBody>
                    <a:bodyPr/>
                    <a:lstStyle/>
                    <a:p>
                      <a:pPr algn="r">
                        <a:buNone/>
                      </a:pPr>
                      <a:r>
                        <a:rPr lang="en-US">
                          <a:effectLst/>
                        </a:rPr>
                        <a:t>40463</a:t>
                      </a:r>
                    </a:p>
                  </a:txBody>
                  <a:tcPr anchor="ctr"/>
                </a:tc>
                <a:extLst>
                  <a:ext uri="{0D108BD9-81ED-4DB2-BD59-A6C34878D82A}">
                    <a16:rowId xmlns:a16="http://schemas.microsoft.com/office/drawing/2014/main" val="881826934"/>
                  </a:ext>
                </a:extLst>
              </a:tr>
              <a:tr h="190500">
                <a:tc>
                  <a:txBody>
                    <a:bodyPr/>
                    <a:lstStyle/>
                    <a:p>
                      <a:pPr>
                        <a:buNone/>
                      </a:pPr>
                      <a:r>
                        <a:rPr lang="en-US">
                          <a:effectLst/>
                        </a:rPr>
                        <a:t>Himachal Pradesh</a:t>
                      </a:r>
                    </a:p>
                  </a:txBody>
                  <a:tcPr anchor="ctr"/>
                </a:tc>
                <a:tc>
                  <a:txBody>
                    <a:bodyPr/>
                    <a:lstStyle/>
                    <a:p>
                      <a:pPr algn="r">
                        <a:buNone/>
                      </a:pPr>
                      <a:r>
                        <a:rPr lang="en-US">
                          <a:effectLst/>
                        </a:rPr>
                        <a:t>2025</a:t>
                      </a:r>
                    </a:p>
                  </a:txBody>
                  <a:tcPr anchor="ctr"/>
                </a:tc>
                <a:tc>
                  <a:txBody>
                    <a:bodyPr/>
                    <a:lstStyle/>
                    <a:p>
                      <a:pPr algn="r">
                        <a:buNone/>
                      </a:pPr>
                      <a:r>
                        <a:rPr lang="en-US">
                          <a:effectLst/>
                        </a:rPr>
                        <a:t>159.15</a:t>
                      </a:r>
                    </a:p>
                  </a:txBody>
                  <a:tcPr anchor="ctr"/>
                </a:tc>
                <a:tc>
                  <a:txBody>
                    <a:bodyPr/>
                    <a:lstStyle/>
                    <a:p>
                      <a:pPr algn="r">
                        <a:buNone/>
                      </a:pPr>
                      <a:r>
                        <a:rPr lang="en-US">
                          <a:effectLst/>
                        </a:rPr>
                        <a:t>2349</a:t>
                      </a:r>
                    </a:p>
                  </a:txBody>
                  <a:tcPr anchor="ctr"/>
                </a:tc>
                <a:extLst>
                  <a:ext uri="{0D108BD9-81ED-4DB2-BD59-A6C34878D82A}">
                    <a16:rowId xmlns:a16="http://schemas.microsoft.com/office/drawing/2014/main" val="1703948682"/>
                  </a:ext>
                </a:extLst>
              </a:tr>
              <a:tr h="190500">
                <a:tc>
                  <a:txBody>
                    <a:bodyPr/>
                    <a:lstStyle/>
                    <a:p>
                      <a:pPr>
                        <a:buNone/>
                      </a:pPr>
                      <a:r>
                        <a:rPr lang="en-US">
                          <a:effectLst/>
                        </a:rPr>
                        <a:t>Jharkhand</a:t>
                      </a:r>
                    </a:p>
                  </a:txBody>
                  <a:tcPr anchor="ctr"/>
                </a:tc>
                <a:tc>
                  <a:txBody>
                    <a:bodyPr/>
                    <a:lstStyle/>
                    <a:p>
                      <a:pPr algn="r">
                        <a:buNone/>
                      </a:pPr>
                      <a:r>
                        <a:rPr lang="en-US">
                          <a:effectLst/>
                        </a:rPr>
                        <a:t>2025</a:t>
                      </a:r>
                    </a:p>
                  </a:txBody>
                  <a:tcPr anchor="ctr"/>
                </a:tc>
                <a:tc>
                  <a:txBody>
                    <a:bodyPr/>
                    <a:lstStyle/>
                    <a:p>
                      <a:pPr algn="r">
                        <a:buNone/>
                      </a:pPr>
                      <a:r>
                        <a:rPr lang="en-US">
                          <a:effectLst/>
                        </a:rPr>
                        <a:t>148.71</a:t>
                      </a:r>
                    </a:p>
                  </a:txBody>
                  <a:tcPr anchor="ctr"/>
                </a:tc>
                <a:tc>
                  <a:txBody>
                    <a:bodyPr/>
                    <a:lstStyle/>
                    <a:p>
                      <a:pPr algn="r">
                        <a:buNone/>
                      </a:pPr>
                      <a:r>
                        <a:rPr lang="en-US">
                          <a:effectLst/>
                        </a:rPr>
                        <a:t>32375</a:t>
                      </a:r>
                    </a:p>
                  </a:txBody>
                  <a:tcPr anchor="ctr"/>
                </a:tc>
                <a:extLst>
                  <a:ext uri="{0D108BD9-81ED-4DB2-BD59-A6C34878D82A}">
                    <a16:rowId xmlns:a16="http://schemas.microsoft.com/office/drawing/2014/main" val="3910746539"/>
                  </a:ext>
                </a:extLst>
              </a:tr>
              <a:tr h="190500">
                <a:tc>
                  <a:txBody>
                    <a:bodyPr/>
                    <a:lstStyle/>
                    <a:p>
                      <a:pPr>
                        <a:buNone/>
                      </a:pPr>
                      <a:r>
                        <a:rPr lang="en-US">
                          <a:effectLst/>
                        </a:rPr>
                        <a:t>Chandigarh</a:t>
                      </a:r>
                    </a:p>
                  </a:txBody>
                  <a:tcPr anchor="ctr"/>
                </a:tc>
                <a:tc>
                  <a:txBody>
                    <a:bodyPr/>
                    <a:lstStyle/>
                    <a:p>
                      <a:pPr algn="r">
                        <a:buNone/>
                      </a:pPr>
                      <a:r>
                        <a:rPr lang="en-US">
                          <a:effectLst/>
                        </a:rPr>
                        <a:t>2025</a:t>
                      </a:r>
                    </a:p>
                  </a:txBody>
                  <a:tcPr anchor="ctr"/>
                </a:tc>
                <a:tc>
                  <a:txBody>
                    <a:bodyPr/>
                    <a:lstStyle/>
                    <a:p>
                      <a:pPr algn="r">
                        <a:buNone/>
                      </a:pPr>
                      <a:r>
                        <a:rPr lang="en-US">
                          <a:effectLst/>
                        </a:rPr>
                        <a:t>136.47</a:t>
                      </a:r>
                    </a:p>
                  </a:txBody>
                  <a:tcPr anchor="ctr"/>
                </a:tc>
                <a:tc>
                  <a:txBody>
                    <a:bodyPr/>
                    <a:lstStyle/>
                    <a:p>
                      <a:pPr algn="r">
                        <a:buNone/>
                      </a:pPr>
                      <a:r>
                        <a:rPr lang="en-US">
                          <a:effectLst/>
                        </a:rPr>
                        <a:t>3776</a:t>
                      </a:r>
                    </a:p>
                  </a:txBody>
                  <a:tcPr anchor="ctr"/>
                </a:tc>
                <a:extLst>
                  <a:ext uri="{0D108BD9-81ED-4DB2-BD59-A6C34878D82A}">
                    <a16:rowId xmlns:a16="http://schemas.microsoft.com/office/drawing/2014/main" val="2038190117"/>
                  </a:ext>
                </a:extLst>
              </a:tr>
              <a:tr h="190500">
                <a:tc>
                  <a:txBody>
                    <a:bodyPr/>
                    <a:lstStyle/>
                    <a:p>
                      <a:pPr>
                        <a:buNone/>
                      </a:pPr>
                      <a:r>
                        <a:rPr lang="en-US">
                          <a:effectLst/>
                        </a:rPr>
                        <a:t>Bihar</a:t>
                      </a:r>
                    </a:p>
                  </a:txBody>
                  <a:tcPr anchor="ctr"/>
                </a:tc>
                <a:tc>
                  <a:txBody>
                    <a:bodyPr/>
                    <a:lstStyle/>
                    <a:p>
                      <a:pPr algn="r">
                        <a:buNone/>
                      </a:pPr>
                      <a:r>
                        <a:rPr lang="en-US">
                          <a:effectLst/>
                        </a:rPr>
                        <a:t>2025</a:t>
                      </a:r>
                    </a:p>
                  </a:txBody>
                  <a:tcPr anchor="ctr"/>
                </a:tc>
                <a:tc>
                  <a:txBody>
                    <a:bodyPr/>
                    <a:lstStyle/>
                    <a:p>
                      <a:pPr algn="r">
                        <a:buNone/>
                      </a:pPr>
                      <a:r>
                        <a:rPr lang="en-US">
                          <a:effectLst/>
                        </a:rPr>
                        <a:t>127.03</a:t>
                      </a:r>
                    </a:p>
                  </a:txBody>
                  <a:tcPr anchor="ctr"/>
                </a:tc>
                <a:tc>
                  <a:txBody>
                    <a:bodyPr/>
                    <a:lstStyle/>
                    <a:p>
                      <a:pPr algn="r">
                        <a:buNone/>
                      </a:pPr>
                      <a:r>
                        <a:rPr lang="en-US">
                          <a:effectLst/>
                        </a:rPr>
                        <a:t>48968</a:t>
                      </a:r>
                    </a:p>
                  </a:txBody>
                  <a:tcPr anchor="ctr"/>
                </a:tc>
                <a:extLst>
                  <a:ext uri="{0D108BD9-81ED-4DB2-BD59-A6C34878D82A}">
                    <a16:rowId xmlns:a16="http://schemas.microsoft.com/office/drawing/2014/main" val="1927717906"/>
                  </a:ext>
                </a:extLst>
              </a:tr>
              <a:tr h="190500">
                <a:tc>
                  <a:txBody>
                    <a:bodyPr/>
                    <a:lstStyle/>
                    <a:p>
                      <a:pPr>
                        <a:buNone/>
                      </a:pPr>
                      <a:r>
                        <a:rPr lang="en-US">
                          <a:effectLst/>
                        </a:rPr>
                        <a:t>Rajasthan</a:t>
                      </a:r>
                    </a:p>
                  </a:txBody>
                  <a:tcPr anchor="ctr"/>
                </a:tc>
                <a:tc>
                  <a:txBody>
                    <a:bodyPr/>
                    <a:lstStyle/>
                    <a:p>
                      <a:pPr algn="r">
                        <a:buNone/>
                      </a:pPr>
                      <a:r>
                        <a:rPr lang="en-US">
                          <a:effectLst/>
                        </a:rPr>
                        <a:t>2025</a:t>
                      </a:r>
                    </a:p>
                  </a:txBody>
                  <a:tcPr anchor="ctr"/>
                </a:tc>
                <a:tc>
                  <a:txBody>
                    <a:bodyPr/>
                    <a:lstStyle/>
                    <a:p>
                      <a:pPr algn="r">
                        <a:buNone/>
                      </a:pPr>
                      <a:r>
                        <a:rPr lang="en-US">
                          <a:effectLst/>
                        </a:rPr>
                        <a:t>123.68</a:t>
                      </a:r>
                    </a:p>
                  </a:txBody>
                  <a:tcPr anchor="ctr"/>
                </a:tc>
                <a:tc>
                  <a:txBody>
                    <a:bodyPr/>
                    <a:lstStyle/>
                    <a:p>
                      <a:pPr algn="r">
                        <a:buNone/>
                      </a:pPr>
                      <a:r>
                        <a:rPr lang="en-US">
                          <a:effectLst/>
                        </a:rPr>
                        <a:t>67110</a:t>
                      </a:r>
                    </a:p>
                  </a:txBody>
                  <a:tcPr anchor="ctr"/>
                </a:tc>
                <a:extLst>
                  <a:ext uri="{0D108BD9-81ED-4DB2-BD59-A6C34878D82A}">
                    <a16:rowId xmlns:a16="http://schemas.microsoft.com/office/drawing/2014/main" val="3951905669"/>
                  </a:ext>
                </a:extLst>
              </a:tr>
              <a:tr h="190500">
                <a:tc>
                  <a:txBody>
                    <a:bodyPr/>
                    <a:lstStyle/>
                    <a:p>
                      <a:pPr>
                        <a:buNone/>
                      </a:pPr>
                      <a:r>
                        <a:rPr lang="en-US">
                          <a:effectLst/>
                        </a:rPr>
                        <a:t>West Bengal</a:t>
                      </a:r>
                    </a:p>
                  </a:txBody>
                  <a:tcPr anchor="ctr"/>
                </a:tc>
                <a:tc>
                  <a:txBody>
                    <a:bodyPr/>
                    <a:lstStyle/>
                    <a:p>
                      <a:pPr algn="r">
                        <a:buNone/>
                      </a:pPr>
                      <a:r>
                        <a:rPr lang="en-US">
                          <a:effectLst/>
                        </a:rPr>
                        <a:t>2025</a:t>
                      </a:r>
                    </a:p>
                  </a:txBody>
                  <a:tcPr anchor="ctr"/>
                </a:tc>
                <a:tc>
                  <a:txBody>
                    <a:bodyPr/>
                    <a:lstStyle/>
                    <a:p>
                      <a:pPr algn="r">
                        <a:buNone/>
                      </a:pPr>
                      <a:r>
                        <a:rPr lang="en-US">
                          <a:effectLst/>
                        </a:rPr>
                        <a:t>121.83</a:t>
                      </a:r>
                    </a:p>
                  </a:txBody>
                  <a:tcPr anchor="ctr"/>
                </a:tc>
                <a:tc>
                  <a:txBody>
                    <a:bodyPr/>
                    <a:lstStyle/>
                    <a:p>
                      <a:pPr algn="r">
                        <a:buNone/>
                      </a:pPr>
                      <a:r>
                        <a:rPr lang="en-US">
                          <a:effectLst/>
                        </a:rPr>
                        <a:t>113481</a:t>
                      </a:r>
                    </a:p>
                  </a:txBody>
                  <a:tcPr anchor="ctr"/>
                </a:tc>
                <a:extLst>
                  <a:ext uri="{0D108BD9-81ED-4DB2-BD59-A6C34878D82A}">
                    <a16:rowId xmlns:a16="http://schemas.microsoft.com/office/drawing/2014/main" val="3779475463"/>
                  </a:ext>
                </a:extLst>
              </a:tr>
              <a:tr h="190500">
                <a:tc>
                  <a:txBody>
                    <a:bodyPr/>
                    <a:lstStyle/>
                    <a:p>
                      <a:pPr>
                        <a:buNone/>
                      </a:pPr>
                      <a:r>
                        <a:rPr lang="en-US">
                          <a:effectLst/>
                        </a:rPr>
                        <a:t>Odisha</a:t>
                      </a:r>
                    </a:p>
                  </a:txBody>
                  <a:tcPr anchor="ctr"/>
                </a:tc>
                <a:tc>
                  <a:txBody>
                    <a:bodyPr/>
                    <a:lstStyle/>
                    <a:p>
                      <a:pPr algn="r">
                        <a:buNone/>
                      </a:pPr>
                      <a:r>
                        <a:rPr lang="en-US">
                          <a:effectLst/>
                        </a:rPr>
                        <a:t>2025</a:t>
                      </a:r>
                    </a:p>
                  </a:txBody>
                  <a:tcPr anchor="ctr"/>
                </a:tc>
                <a:tc>
                  <a:txBody>
                    <a:bodyPr/>
                    <a:lstStyle/>
                    <a:p>
                      <a:pPr algn="r">
                        <a:buNone/>
                      </a:pPr>
                      <a:r>
                        <a:rPr lang="en-US">
                          <a:effectLst/>
                        </a:rPr>
                        <a:t>119.94</a:t>
                      </a:r>
                    </a:p>
                  </a:txBody>
                  <a:tcPr anchor="ctr"/>
                </a:tc>
                <a:tc>
                  <a:txBody>
                    <a:bodyPr/>
                    <a:lstStyle/>
                    <a:p>
                      <a:pPr algn="r">
                        <a:buNone/>
                      </a:pPr>
                      <a:r>
                        <a:rPr lang="en-US">
                          <a:effectLst/>
                        </a:rPr>
                        <a:t>27113</a:t>
                      </a:r>
                    </a:p>
                  </a:txBody>
                  <a:tcPr anchor="ctr"/>
                </a:tc>
                <a:extLst>
                  <a:ext uri="{0D108BD9-81ED-4DB2-BD59-A6C34878D82A}">
                    <a16:rowId xmlns:a16="http://schemas.microsoft.com/office/drawing/2014/main" val="1398056484"/>
                  </a:ext>
                </a:extLst>
              </a:tr>
              <a:tr h="190500">
                <a:tc>
                  <a:txBody>
                    <a:bodyPr/>
                    <a:lstStyle/>
                    <a:p>
                      <a:pPr>
                        <a:buNone/>
                      </a:pPr>
                      <a:r>
                        <a:rPr lang="en-US">
                          <a:effectLst/>
                        </a:rPr>
                        <a:t>Assam</a:t>
                      </a:r>
                    </a:p>
                  </a:txBody>
                  <a:tcPr anchor="ctr"/>
                </a:tc>
                <a:tc>
                  <a:txBody>
                    <a:bodyPr/>
                    <a:lstStyle/>
                    <a:p>
                      <a:pPr algn="r">
                        <a:buNone/>
                      </a:pPr>
                      <a:r>
                        <a:rPr lang="en-US">
                          <a:effectLst/>
                        </a:rPr>
                        <a:t>2025</a:t>
                      </a:r>
                    </a:p>
                  </a:txBody>
                  <a:tcPr anchor="ctr"/>
                </a:tc>
                <a:tc>
                  <a:txBody>
                    <a:bodyPr/>
                    <a:lstStyle/>
                    <a:p>
                      <a:pPr algn="r">
                        <a:buNone/>
                      </a:pPr>
                      <a:r>
                        <a:rPr lang="en-US">
                          <a:effectLst/>
                        </a:rPr>
                        <a:t>119.64</a:t>
                      </a:r>
                    </a:p>
                  </a:txBody>
                  <a:tcPr anchor="ctr"/>
                </a:tc>
                <a:tc>
                  <a:txBody>
                    <a:bodyPr/>
                    <a:lstStyle/>
                    <a:p>
                      <a:pPr algn="r">
                        <a:buNone/>
                      </a:pPr>
                      <a:r>
                        <a:rPr lang="en-US">
                          <a:effectLst/>
                        </a:rPr>
                        <a:t>17340</a:t>
                      </a:r>
                    </a:p>
                  </a:txBody>
                  <a:tcPr anchor="ctr"/>
                </a:tc>
                <a:extLst>
                  <a:ext uri="{0D108BD9-81ED-4DB2-BD59-A6C34878D82A}">
                    <a16:rowId xmlns:a16="http://schemas.microsoft.com/office/drawing/2014/main" val="893399654"/>
                  </a:ext>
                </a:extLst>
              </a:tr>
            </a:tbl>
          </a:graphicData>
        </a:graphic>
      </p:graphicFrame>
    </p:spTree>
    <p:extLst>
      <p:ext uri="{BB962C8B-B14F-4D97-AF65-F5344CB8AC3E}">
        <p14:creationId xmlns:p14="http://schemas.microsoft.com/office/powerpoint/2010/main" val="2577291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D756E-E78C-06A5-326C-18358F6CE8B1}"/>
              </a:ext>
            </a:extLst>
          </p:cNvPr>
          <p:cNvSpPr>
            <a:spLocks noGrp="1"/>
          </p:cNvSpPr>
          <p:nvPr>
            <p:ph type="title"/>
          </p:nvPr>
        </p:nvSpPr>
        <p:spPr/>
        <p:txBody>
          <a:bodyPr/>
          <a:lstStyle/>
          <a:p>
            <a:pPr algn="ctr"/>
            <a:r>
              <a:rPr lang="en-US"/>
              <a:t>RECOMMENDATION</a:t>
            </a:r>
          </a:p>
        </p:txBody>
      </p:sp>
      <p:sp>
        <p:nvSpPr>
          <p:cNvPr id="3" name="Content Placeholder 2">
            <a:extLst>
              <a:ext uri="{FF2B5EF4-FFF2-40B4-BE49-F238E27FC236}">
                <a16:creationId xmlns:a16="http://schemas.microsoft.com/office/drawing/2014/main" id="{DCFEFC78-8CE5-A987-83C2-1F18B77EACEA}"/>
              </a:ext>
            </a:extLst>
          </p:cNvPr>
          <p:cNvSpPr>
            <a:spLocks noGrp="1"/>
          </p:cNvSpPr>
          <p:nvPr>
            <p:ph idx="1"/>
          </p:nvPr>
        </p:nvSpPr>
        <p:spPr/>
        <p:txBody>
          <a:bodyPr vert="horz" lIns="91440" tIns="45720" rIns="91440" bIns="45720" rtlCol="0" anchor="t">
            <a:normAutofit fontScale="62500" lnSpcReduction="20000"/>
          </a:bodyPr>
          <a:lstStyle/>
          <a:p>
            <a:pPr marL="0" indent="0">
              <a:buNone/>
            </a:pPr>
            <a:r>
              <a:rPr lang="en-US" b="1"/>
              <a:t>1. Prioritize High-Risk Cities for Market Entry</a:t>
            </a:r>
            <a:endParaRPr lang="en-US" b="1" dirty="0"/>
          </a:p>
          <a:p>
            <a:pPr>
              <a:buClr>
                <a:srgbClr val="C3B2A7"/>
              </a:buClr>
            </a:pPr>
            <a:r>
              <a:rPr lang="en-US">
                <a:ea typeface="+mn-lt"/>
                <a:cs typeface="+mn-lt"/>
              </a:rPr>
              <a:t>Launch air purifier products first in cities with consistently high AQI levels and large populations. </a:t>
            </a:r>
            <a:endParaRPr lang="en-US"/>
          </a:p>
          <a:p>
            <a:pPr>
              <a:buClr>
                <a:srgbClr val="C3B2A7"/>
              </a:buClr>
            </a:pPr>
            <a:r>
              <a:rPr lang="en-US">
                <a:ea typeface="+mn-lt"/>
                <a:cs typeface="+mn-lt"/>
              </a:rPr>
              <a:t>Focus marketing and distribution efforts on pollution hotspots where awareness and demand are likely to be highest. </a:t>
            </a:r>
            <a:endParaRPr lang="en-US"/>
          </a:p>
          <a:p>
            <a:pPr>
              <a:buClr>
                <a:srgbClr val="C3B2A7"/>
              </a:buClr>
            </a:pPr>
            <a:r>
              <a:rPr lang="en-US">
                <a:ea typeface="+mn-lt"/>
                <a:cs typeface="+mn-lt"/>
              </a:rPr>
              <a:t>Use a city-based expansion strategy rather than a nationwide launch. </a:t>
            </a:r>
            <a:br>
              <a:rPr lang="en-US" dirty="0"/>
            </a:br>
            <a:endParaRPr lang="en-US"/>
          </a:p>
          <a:p>
            <a:pPr marL="0" indent="0">
              <a:buClr>
                <a:srgbClr val="C3B2A7"/>
              </a:buClr>
              <a:buNone/>
            </a:pPr>
            <a:r>
              <a:rPr lang="en-US" b="1"/>
              <a:t>2. Target the Most Harmful Pollutants</a:t>
            </a:r>
          </a:p>
          <a:p>
            <a:pPr>
              <a:buClr>
                <a:srgbClr val="C3B2A7"/>
              </a:buClr>
            </a:pPr>
            <a:r>
              <a:rPr lang="en-US">
                <a:ea typeface="+mn-lt"/>
                <a:cs typeface="+mn-lt"/>
              </a:rPr>
              <a:t>Design products to effectively filter </a:t>
            </a:r>
            <a:r>
              <a:rPr lang="en-US" b="1">
                <a:ea typeface="+mn-lt"/>
                <a:cs typeface="+mn-lt"/>
              </a:rPr>
              <a:t>PM2.5, PM10, NO₂, SO₂, and VOCs</a:t>
            </a:r>
            <a:r>
              <a:rPr lang="en-US">
                <a:ea typeface="+mn-lt"/>
                <a:cs typeface="+mn-lt"/>
              </a:rPr>
              <a:t>, as these pollutants contribute significantly to poor air quality and health issues. </a:t>
            </a:r>
            <a:endParaRPr lang="en-US"/>
          </a:p>
          <a:p>
            <a:pPr marL="0" indent="0">
              <a:buClr>
                <a:srgbClr val="C3B2A7"/>
              </a:buClr>
              <a:buNone/>
            </a:pPr>
            <a:r>
              <a:rPr lang="en-US" b="1"/>
              <a:t>3. Integrate Smart Air Quality Monitoring</a:t>
            </a:r>
          </a:p>
          <a:p>
            <a:pPr>
              <a:buClr>
                <a:srgbClr val="C3B2A7"/>
              </a:buClr>
            </a:pPr>
            <a:r>
              <a:rPr lang="en-US">
                <a:ea typeface="+mn-lt"/>
                <a:cs typeface="+mn-lt"/>
              </a:rPr>
              <a:t>Include real-time AQI displays and air quality sensors. </a:t>
            </a:r>
            <a:endParaRPr lang="en-US"/>
          </a:p>
          <a:p>
            <a:pPr>
              <a:buClr>
                <a:srgbClr val="C3B2A7"/>
              </a:buClr>
            </a:pPr>
            <a:r>
              <a:rPr lang="en-US">
                <a:ea typeface="+mn-lt"/>
                <a:cs typeface="+mn-lt"/>
              </a:rPr>
              <a:t>Provide mobile app connectivity for pollution alerts and performance monitoring. </a:t>
            </a:r>
            <a:endParaRPr lang="en-US"/>
          </a:p>
          <a:p>
            <a:pPr>
              <a:buClr>
                <a:srgbClr val="C3B2A7"/>
              </a:buClr>
            </a:pPr>
            <a:r>
              <a:rPr lang="en-US">
                <a:ea typeface="+mn-lt"/>
                <a:cs typeface="+mn-lt"/>
              </a:rPr>
              <a:t>Enable automatic adjustment of purification levels based on indoor and outdoor AQI.</a:t>
            </a:r>
            <a:endParaRPr lang="en-US"/>
          </a:p>
          <a:p>
            <a:pPr>
              <a:buClr>
                <a:srgbClr val="C3B2A7"/>
              </a:buClr>
            </a:pPr>
            <a:endParaRPr lang="en-US" dirty="0"/>
          </a:p>
        </p:txBody>
      </p:sp>
      <p:sp>
        <p:nvSpPr>
          <p:cNvPr id="4" name="Date Placeholder 3">
            <a:extLst>
              <a:ext uri="{FF2B5EF4-FFF2-40B4-BE49-F238E27FC236}">
                <a16:creationId xmlns:a16="http://schemas.microsoft.com/office/drawing/2014/main" id="{B5DAF451-5D8D-3105-B058-08A4189EA412}"/>
              </a:ext>
            </a:extLst>
          </p:cNvPr>
          <p:cNvSpPr>
            <a:spLocks noGrp="1"/>
          </p:cNvSpPr>
          <p:nvPr>
            <p:ph type="dt" sz="half" idx="10"/>
          </p:nvPr>
        </p:nvSpPr>
        <p:spPr/>
        <p:txBody>
          <a:bodyPr/>
          <a:lstStyle/>
          <a:p>
            <a:fld id="{C1C1F7B2-1B0A-48A9-9982-ED319F747A21}" type="datetime1">
              <a:t>6/5/2026</a:t>
            </a:fld>
            <a:endParaRPr lang="en-US" dirty="0"/>
          </a:p>
        </p:txBody>
      </p:sp>
      <p:sp>
        <p:nvSpPr>
          <p:cNvPr id="5" name="Footer Placeholder 4">
            <a:extLst>
              <a:ext uri="{FF2B5EF4-FFF2-40B4-BE49-F238E27FC236}">
                <a16:creationId xmlns:a16="http://schemas.microsoft.com/office/drawing/2014/main" id="{0D806F34-D04E-CD4F-F322-8D7157CDD87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372A199-1FA7-E7DF-D917-6D73E0859117}"/>
              </a:ext>
            </a:extLst>
          </p:cNvPr>
          <p:cNvSpPr>
            <a:spLocks noGrp="1"/>
          </p:cNvSpPr>
          <p:nvPr>
            <p:ph type="sldNum" sz="quarter" idx="12"/>
          </p:nvPr>
        </p:nvSpPr>
        <p:spPr/>
        <p:txBody>
          <a:bodyPr/>
          <a:lstStyle/>
          <a:p>
            <a:fld id="{24578CCF-2EC4-44CB-A694-F6F6E59A3985}" type="slidenum">
              <a:rPr lang="en-US" dirty="0"/>
              <a:t>10</a:t>
            </a:fld>
            <a:endParaRPr lang="en-US" dirty="0"/>
          </a:p>
        </p:txBody>
      </p:sp>
    </p:spTree>
    <p:extLst>
      <p:ext uri="{BB962C8B-B14F-4D97-AF65-F5344CB8AC3E}">
        <p14:creationId xmlns:p14="http://schemas.microsoft.com/office/powerpoint/2010/main" val="1986742337"/>
      </p:ext>
    </p:extLst>
  </p:cSld>
  <p:clrMapOvr>
    <a:masterClrMapping/>
  </p:clrMapOvr>
</p:sld>
</file>

<file path=ppt/theme/theme1.xml><?xml version="1.0" encoding="utf-8"?>
<a:theme xmlns:a="http://schemas.openxmlformats.org/drawingml/2006/main" name="BohemianVTI">
  <a:themeElements>
    <a:clrScheme name="BohemianVTI">
      <a:dk1>
        <a:sysClr val="windowText" lastClr="000000"/>
      </a:dk1>
      <a:lt1>
        <a:sysClr val="window" lastClr="FFFFFF"/>
      </a:lt1>
      <a:dk2>
        <a:srgbClr val="323232"/>
      </a:dk2>
      <a:lt2>
        <a:srgbClr val="F4F1EF"/>
      </a:lt2>
      <a:accent1>
        <a:srgbClr val="8F4F58"/>
      </a:accent1>
      <a:accent2>
        <a:srgbClr val="D09182"/>
      </a:accent2>
      <a:accent3>
        <a:srgbClr val="C7A085"/>
      </a:accent3>
      <a:accent4>
        <a:srgbClr val="ADA085"/>
      </a:accent4>
      <a:accent5>
        <a:srgbClr val="5F787F"/>
      </a:accent5>
      <a:accent6>
        <a:srgbClr val="5A6768"/>
      </a:accent6>
      <a:hlink>
        <a:srgbClr val="A25872"/>
      </a:hlink>
      <a:folHlink>
        <a:srgbClr val="667A7E"/>
      </a:folHlink>
    </a:clrScheme>
    <a:fontScheme name="BohemianVTI">
      <a:majorFont>
        <a:latin typeface="Modern Love"/>
        <a:ea typeface=""/>
        <a:cs typeface=""/>
      </a:majorFont>
      <a:minorFont>
        <a:latin typeface="Avenir Next LT Pro"/>
        <a:ea typeface=""/>
        <a:cs typeface=""/>
      </a:minorFont>
    </a:fontScheme>
    <a:fmtScheme name="Bohemian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ohemianVTI" id="{AA0957B6-9651-4F50-8EB8-D9F009F1C26A}" vid="{D1E7B544-9A8A-44B5-ABA3-322A5F045340}"/>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BohemianVTI</vt:lpstr>
      <vt:lpstr>Air Purifier Market Research Using AQI Analytics </vt:lpstr>
      <vt:lpstr>PROBLEM STATEMENT</vt:lpstr>
      <vt:lpstr>DATASET OVERVIEW</vt:lpstr>
      <vt:lpstr>AQI ANALYSIS</vt:lpstr>
      <vt:lpstr>AQI ANALYSIS</vt:lpstr>
      <vt:lpstr>AQI ANALYSIS</vt:lpstr>
      <vt:lpstr>DISEASE VS AQI ANALYSIS</vt:lpstr>
      <vt:lpstr>AVG AQI VS EV ANALYSIS (TOP 10 STATES)</vt:lpstr>
      <vt:lpstr>POPULATION SIZE VS AQI (2025)</vt:lpstr>
      <vt:lpstr>RECOMMENDATION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192</cp:revision>
  <dcterms:created xsi:type="dcterms:W3CDTF">2026-06-05T14:00:49Z</dcterms:created>
  <dcterms:modified xsi:type="dcterms:W3CDTF">2026-06-05T17:07:22Z</dcterms:modified>
</cp:coreProperties>
</file>